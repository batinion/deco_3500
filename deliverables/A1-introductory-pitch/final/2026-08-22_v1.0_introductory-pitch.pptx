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4" r:id="rId1"/>
  </p:sldMasterIdLst>
  <p:notesMasterIdLst>
    <p:notesMasterId r:id="rId9"/>
  </p:notesMasterIdLst>
  <p:sldIdLst>
    <p:sldId id="256" r:id="rId2"/>
    <p:sldId id="257" r:id="rId3"/>
    <p:sldId id="269" r:id="rId4"/>
    <p:sldId id="267" r:id="rId5"/>
    <p:sldId id="260" r:id="rId6"/>
    <p:sldId id="264" r:id="rId7"/>
    <p:sldId id="26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0132DEC-AA96-D65C-6393-652773BCB7C3}" name="Vim Mahakumbura" initials="VM" userId="S::s4982539@uq.edu.au::d742d8eb-1b8a-4e06-893e-13481b9aa2b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7622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68200D-2A3E-4586-984C-1EE478BA39F9}" v="3" dt="2026-08-24T00:05:34.404"/>
    <p1510:client id="{684715B6-9D2C-7D03-D8CD-D5E79F3F1C59}" v="80" dt="2026-08-24T01:29:04.233"/>
    <p1510:client id="{96D5FF4F-C893-BB91-0482-8A8F0C048FDD}" v="78" dt="2026-08-23T22:14:07.962"/>
    <p1510:client id="{A2F932E9-5DBD-8A36-4F20-44A709E34E4D}" v="151" dt="2026-08-24T09:44:19.128"/>
    <p1510:client id="{B84F661D-6461-4E71-BFA2-DDD04E77D2AB}" v="9" dt="2026-08-24T08:33:27.771"/>
    <p1510:client id="{C2F348AD-1B56-4FF6-83A7-B6F355D946D8}" v="787" dt="2026-08-23T08:59:00.247"/>
    <p1510:client id="{D0D2A758-0DA1-3135-77E2-5C36A5160D47}" v="7" dt="2026-08-24T08:56:26.3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ng Nguyen" userId="S::s4740711@uq.edu.au::03e5f33a-b010-4996-a729-3526284d0e95" providerId="AD" clId="Web-{6568200D-2A3E-4586-984C-1EE478BA39F9}"/>
    <pc:docChg chg="modSld">
      <pc:chgData name="Dong Nguyen" userId="S::s4740711@uq.edu.au::03e5f33a-b010-4996-a729-3526284d0e95" providerId="AD" clId="Web-{6568200D-2A3E-4586-984C-1EE478BA39F9}" dt="2026-08-24T00:10:48.461" v="87"/>
      <pc:docMkLst>
        <pc:docMk/>
      </pc:docMkLst>
      <pc:sldChg chg="addSp delSp modSp modNotes">
        <pc:chgData name="Dong Nguyen" userId="S::s4740711@uq.edu.au::03e5f33a-b010-4996-a729-3526284d0e95" providerId="AD" clId="Web-{6568200D-2A3E-4586-984C-1EE478BA39F9}" dt="2026-08-24T00:10:48.461" v="87"/>
        <pc:sldMkLst>
          <pc:docMk/>
          <pc:sldMk cId="1016914343" sldId="264"/>
        </pc:sldMkLst>
        <pc:spChg chg="add">
          <ac:chgData name="Dong Nguyen" userId="S::s4740711@uq.edu.au::03e5f33a-b010-4996-a729-3526284d0e95" providerId="AD" clId="Web-{6568200D-2A3E-4586-984C-1EE478BA39F9}" dt="2026-08-24T00:02:41.070" v="1"/>
          <ac:spMkLst>
            <pc:docMk/>
            <pc:sldMk cId="1016914343" sldId="264"/>
            <ac:spMk id="3" creationId="{466B9E35-211B-BD86-A6C4-D7A34BA6BABB}"/>
          </ac:spMkLst>
        </pc:spChg>
        <pc:spChg chg="add">
          <ac:chgData name="Dong Nguyen" userId="S::s4740711@uq.edu.au::03e5f33a-b010-4996-a729-3526284d0e95" providerId="AD" clId="Web-{6568200D-2A3E-4586-984C-1EE478BA39F9}" dt="2026-08-24T00:02:41.070" v="1"/>
          <ac:spMkLst>
            <pc:docMk/>
            <pc:sldMk cId="1016914343" sldId="264"/>
            <ac:spMk id="7" creationId="{F84F0AFD-4CDD-E5AC-81C6-EE4DE0890866}"/>
          </ac:spMkLst>
        </pc:spChg>
        <pc:spChg chg="add mod">
          <ac:chgData name="Dong Nguyen" userId="S::s4740711@uq.edu.au::03e5f33a-b010-4996-a729-3526284d0e95" providerId="AD" clId="Web-{6568200D-2A3E-4586-984C-1EE478BA39F9}" dt="2026-08-24T00:05:34.404" v="21" actId="20577"/>
          <ac:spMkLst>
            <pc:docMk/>
            <pc:sldMk cId="1016914343" sldId="264"/>
            <ac:spMk id="8" creationId="{5807A84B-5973-1870-E205-7325E52EB97F}"/>
          </ac:spMkLst>
        </pc:spChg>
        <pc:spChg chg="add">
          <ac:chgData name="Dong Nguyen" userId="S::s4740711@uq.edu.au::03e5f33a-b010-4996-a729-3526284d0e95" providerId="AD" clId="Web-{6568200D-2A3E-4586-984C-1EE478BA39F9}" dt="2026-08-24T00:02:41.070" v="1"/>
          <ac:spMkLst>
            <pc:docMk/>
            <pc:sldMk cId="1016914343" sldId="264"/>
            <ac:spMk id="12" creationId="{547AB113-2727-D79A-C401-BC5D91BDF6DA}"/>
          </ac:spMkLst>
        </pc:spChg>
        <pc:spChg chg="add">
          <ac:chgData name="Dong Nguyen" userId="S::s4740711@uq.edu.au::03e5f33a-b010-4996-a729-3526284d0e95" providerId="AD" clId="Web-{6568200D-2A3E-4586-984C-1EE478BA39F9}" dt="2026-08-24T00:02:41.070" v="1"/>
          <ac:spMkLst>
            <pc:docMk/>
            <pc:sldMk cId="1016914343" sldId="264"/>
            <ac:spMk id="13" creationId="{0F27E5C8-63A5-77B2-857A-2CA995A0466E}"/>
          </ac:spMkLst>
        </pc:spChg>
        <pc:spChg chg="add">
          <ac:chgData name="Dong Nguyen" userId="S::s4740711@uq.edu.au::03e5f33a-b010-4996-a729-3526284d0e95" providerId="AD" clId="Web-{6568200D-2A3E-4586-984C-1EE478BA39F9}" dt="2026-08-24T00:02:41.070" v="1"/>
          <ac:spMkLst>
            <pc:docMk/>
            <pc:sldMk cId="1016914343" sldId="264"/>
            <ac:spMk id="17" creationId="{7CC87E2C-79BB-1C6F-7C6C-611F30CF2D4B}"/>
          </ac:spMkLst>
        </pc:spChg>
        <pc:spChg chg="add">
          <ac:chgData name="Dong Nguyen" userId="S::s4740711@uq.edu.au::03e5f33a-b010-4996-a729-3526284d0e95" providerId="AD" clId="Web-{6568200D-2A3E-4586-984C-1EE478BA39F9}" dt="2026-08-24T00:02:41.070" v="1"/>
          <ac:spMkLst>
            <pc:docMk/>
            <pc:sldMk cId="1016914343" sldId="264"/>
            <ac:spMk id="19" creationId="{BD0139DD-A350-9848-41D4-10278827C7F8}"/>
          </ac:spMkLst>
        </pc:spChg>
        <pc:spChg chg="add">
          <ac:chgData name="Dong Nguyen" userId="S::s4740711@uq.edu.au::03e5f33a-b010-4996-a729-3526284d0e95" providerId="AD" clId="Web-{6568200D-2A3E-4586-984C-1EE478BA39F9}" dt="2026-08-24T00:02:41.070" v="1"/>
          <ac:spMkLst>
            <pc:docMk/>
            <pc:sldMk cId="1016914343" sldId="264"/>
            <ac:spMk id="21" creationId="{31FADC0D-2A06-E395-180D-237106882245}"/>
          </ac:spMkLst>
        </pc:spChg>
        <pc:spChg chg="add">
          <ac:chgData name="Dong Nguyen" userId="S::s4740711@uq.edu.au::03e5f33a-b010-4996-a729-3526284d0e95" providerId="AD" clId="Web-{6568200D-2A3E-4586-984C-1EE478BA39F9}" dt="2026-08-24T00:02:41.070" v="1"/>
          <ac:spMkLst>
            <pc:docMk/>
            <pc:sldMk cId="1016914343" sldId="264"/>
            <ac:spMk id="28" creationId="{C03E392A-C90D-CCC5-484A-57BC12DF208B}"/>
          </ac:spMkLst>
        </pc:spChg>
        <pc:spChg chg="add">
          <ac:chgData name="Dong Nguyen" userId="S::s4740711@uq.edu.au::03e5f33a-b010-4996-a729-3526284d0e95" providerId="AD" clId="Web-{6568200D-2A3E-4586-984C-1EE478BA39F9}" dt="2026-08-24T00:02:41.070" v="1"/>
          <ac:spMkLst>
            <pc:docMk/>
            <pc:sldMk cId="1016914343" sldId="264"/>
            <ac:spMk id="29" creationId="{9DF2D19F-FA26-DB0F-B189-330C6118E775}"/>
          </ac:spMkLst>
        </pc:spChg>
        <pc:picChg chg="del">
          <ac:chgData name="Dong Nguyen" userId="S::s4740711@uq.edu.au::03e5f33a-b010-4996-a729-3526284d0e95" providerId="AD" clId="Web-{6568200D-2A3E-4586-984C-1EE478BA39F9}" dt="2026-08-24T00:02:39.633" v="0"/>
          <ac:picMkLst>
            <pc:docMk/>
            <pc:sldMk cId="1016914343" sldId="264"/>
            <ac:picMk id="5" creationId="{58CB9D3F-3378-E8CB-4B53-7886F88FC04E}"/>
          </ac:picMkLst>
        </pc:picChg>
      </pc:sldChg>
    </pc:docChg>
  </pc:docChgLst>
  <pc:docChgLst>
    <pc:chgData name="Dev Kansana" userId="S::s4881415@uq.edu.au::b1bd41af-ce6a-40d8-b6fb-d3a925afcb05" providerId="AD" clId="Web-{FDD3E1E7-4A02-03C3-EEB9-FEDB7C8701EA}"/>
    <pc:docChg chg="addSld delSld modSld">
      <pc:chgData name="Dev Kansana" userId="S::s4881415@uq.edu.au::b1bd41af-ce6a-40d8-b6fb-d3a925afcb05" providerId="AD" clId="Web-{FDD3E1E7-4A02-03C3-EEB9-FEDB7C8701EA}" dt="2026-08-23T07:00:18.630" v="404" actId="1076"/>
      <pc:docMkLst>
        <pc:docMk/>
      </pc:docMkLst>
      <pc:sldChg chg="addSp delSp modSp modNotes">
        <pc:chgData name="Dev Kansana" userId="S::s4881415@uq.edu.au::b1bd41af-ce6a-40d8-b6fb-d3a925afcb05" providerId="AD" clId="Web-{FDD3E1E7-4A02-03C3-EEB9-FEDB7C8701EA}" dt="2026-08-23T06:08:36.111" v="240" actId="1076"/>
        <pc:sldMkLst>
          <pc:docMk/>
          <pc:sldMk cId="2037775068" sldId="257"/>
        </pc:sldMkLst>
        <pc:spChg chg="del mod">
          <ac:chgData name="Dev Kansana" userId="S::s4881415@uq.edu.au::b1bd41af-ce6a-40d8-b6fb-d3a925afcb05" providerId="AD" clId="Web-{FDD3E1E7-4A02-03C3-EEB9-FEDB7C8701EA}" dt="2026-08-23T06:07:17.014" v="211"/>
          <ac:spMkLst>
            <pc:docMk/>
            <pc:sldMk cId="2037775068" sldId="257"/>
            <ac:spMk id="3" creationId="{BE34EC9D-3045-5E95-A814-8D15E70592EA}"/>
          </ac:spMkLst>
        </pc:spChg>
        <pc:spChg chg="del mod">
          <ac:chgData name="Dev Kansana" userId="S::s4881415@uq.edu.au::b1bd41af-ce6a-40d8-b6fb-d3a925afcb05" providerId="AD" clId="Web-{FDD3E1E7-4A02-03C3-EEB9-FEDB7C8701EA}" dt="2026-08-23T06:07:35.374" v="218"/>
          <ac:spMkLst>
            <pc:docMk/>
            <pc:sldMk cId="2037775068" sldId="257"/>
            <ac:spMk id="5" creationId="{CFEC951E-5315-5965-587B-D850F32D5B2C}"/>
          </ac:spMkLst>
        </pc:spChg>
        <pc:spChg chg="add mod">
          <ac:chgData name="Dev Kansana" userId="S::s4881415@uq.edu.au::b1bd41af-ce6a-40d8-b6fb-d3a925afcb05" providerId="AD" clId="Web-{FDD3E1E7-4A02-03C3-EEB9-FEDB7C8701EA}" dt="2026-08-23T06:08:36.111" v="238" actId="1076"/>
          <ac:spMkLst>
            <pc:docMk/>
            <pc:sldMk cId="2037775068" sldId="257"/>
            <ac:spMk id="6" creationId="{C3A397C2-4C58-679F-0DA1-AA87B53F17A7}"/>
          </ac:spMkLst>
        </pc:spChg>
        <pc:spChg chg="add mod">
          <ac:chgData name="Dev Kansana" userId="S::s4881415@uq.edu.au::b1bd41af-ce6a-40d8-b6fb-d3a925afcb05" providerId="AD" clId="Web-{FDD3E1E7-4A02-03C3-EEB9-FEDB7C8701EA}" dt="2026-08-23T06:08:36.111" v="239" actId="1076"/>
          <ac:spMkLst>
            <pc:docMk/>
            <pc:sldMk cId="2037775068" sldId="257"/>
            <ac:spMk id="7" creationId="{77F44CB9-E46F-DE9F-A3B9-53DCEAFDD70E}"/>
          </ac:spMkLst>
        </pc:spChg>
        <pc:spChg chg="add mod">
          <ac:chgData name="Dev Kansana" userId="S::s4881415@uq.edu.au::b1bd41af-ce6a-40d8-b6fb-d3a925afcb05" providerId="AD" clId="Web-{FDD3E1E7-4A02-03C3-EEB9-FEDB7C8701EA}" dt="2026-08-23T06:08:36.111" v="240" actId="1076"/>
          <ac:spMkLst>
            <pc:docMk/>
            <pc:sldMk cId="2037775068" sldId="257"/>
            <ac:spMk id="8" creationId="{D9508618-000A-735A-E423-28C34E251090}"/>
          </ac:spMkLst>
        </pc:spChg>
        <pc:spChg chg="add mod">
          <ac:chgData name="Dev Kansana" userId="S::s4881415@uq.edu.au::b1bd41af-ce6a-40d8-b6fb-d3a925afcb05" providerId="AD" clId="Web-{FDD3E1E7-4A02-03C3-EEB9-FEDB7C8701EA}" dt="2026-08-23T06:08:30.782" v="236" actId="1076"/>
          <ac:spMkLst>
            <pc:docMk/>
            <pc:sldMk cId="2037775068" sldId="257"/>
            <ac:spMk id="9" creationId="{025461E9-3423-C59F-7D97-B6C8205F7205}"/>
          </ac:spMkLst>
        </pc:spChg>
        <pc:spChg chg="add mod">
          <ac:chgData name="Dev Kansana" userId="S::s4881415@uq.edu.au::b1bd41af-ce6a-40d8-b6fb-d3a925afcb05" providerId="AD" clId="Web-{FDD3E1E7-4A02-03C3-EEB9-FEDB7C8701EA}" dt="2026-08-23T06:08:30.798" v="237" actId="1076"/>
          <ac:spMkLst>
            <pc:docMk/>
            <pc:sldMk cId="2037775068" sldId="257"/>
            <ac:spMk id="10" creationId="{2636382D-1691-092A-980B-662AD341234A}"/>
          </ac:spMkLst>
        </pc:spChg>
      </pc:sldChg>
      <pc:sldChg chg="addSp delSp modSp modNotes">
        <pc:chgData name="Dev Kansana" userId="S::s4881415@uq.edu.au::b1bd41af-ce6a-40d8-b6fb-d3a925afcb05" providerId="AD" clId="Web-{FDD3E1E7-4A02-03C3-EEB9-FEDB7C8701EA}" dt="2026-08-23T07:00:18.630" v="404" actId="1076"/>
        <pc:sldMkLst>
          <pc:docMk/>
          <pc:sldMk cId="2951960762" sldId="263"/>
        </pc:sldMkLst>
        <pc:spChg chg="add mod">
          <ac:chgData name="Dev Kansana" userId="S::s4881415@uq.edu.au::b1bd41af-ce6a-40d8-b6fb-d3a925afcb05" providerId="AD" clId="Web-{FDD3E1E7-4A02-03C3-EEB9-FEDB7C8701EA}" dt="2026-08-23T07:00:11.724" v="401" actId="1076"/>
          <ac:spMkLst>
            <pc:docMk/>
            <pc:sldMk cId="2951960762" sldId="263"/>
            <ac:spMk id="6" creationId="{C583F8A6-B2BF-B525-BE37-B0A0A781877B}"/>
          </ac:spMkLst>
        </pc:spChg>
        <pc:spChg chg="mod">
          <ac:chgData name="Dev Kansana" userId="S::s4881415@uq.edu.au::b1bd41af-ce6a-40d8-b6fb-d3a925afcb05" providerId="AD" clId="Web-{FDD3E1E7-4A02-03C3-EEB9-FEDB7C8701EA}" dt="2026-08-23T07:00:16.099" v="403" actId="1076"/>
          <ac:spMkLst>
            <pc:docMk/>
            <pc:sldMk cId="2951960762" sldId="263"/>
            <ac:spMk id="7" creationId="{6F61B941-BED1-D2E3-FE1F-FA803F1151CB}"/>
          </ac:spMkLst>
        </pc:spChg>
        <pc:spChg chg="mod">
          <ac:chgData name="Dev Kansana" userId="S::s4881415@uq.edu.au::b1bd41af-ce6a-40d8-b6fb-d3a925afcb05" providerId="AD" clId="Web-{FDD3E1E7-4A02-03C3-EEB9-FEDB7C8701EA}" dt="2026-08-23T06:58:06.735" v="369" actId="1076"/>
          <ac:spMkLst>
            <pc:docMk/>
            <pc:sldMk cId="2951960762" sldId="263"/>
            <ac:spMk id="11" creationId="{30F7831D-E1B9-A25F-9128-AEEBF67C2B66}"/>
          </ac:spMkLst>
        </pc:spChg>
        <pc:spChg chg="del mod">
          <ac:chgData name="Dev Kansana" userId="S::s4881415@uq.edu.au::b1bd41af-ce6a-40d8-b6fb-d3a925afcb05" providerId="AD" clId="Web-{FDD3E1E7-4A02-03C3-EEB9-FEDB7C8701EA}" dt="2026-08-23T06:56:15.855" v="355"/>
          <ac:spMkLst>
            <pc:docMk/>
            <pc:sldMk cId="2951960762" sldId="263"/>
            <ac:spMk id="14" creationId="{2201888A-69F6-4609-F903-112A57563777}"/>
          </ac:spMkLst>
        </pc:spChg>
        <pc:spChg chg="mod">
          <ac:chgData name="Dev Kansana" userId="S::s4881415@uq.edu.au::b1bd41af-ce6a-40d8-b6fb-d3a925afcb05" providerId="AD" clId="Web-{FDD3E1E7-4A02-03C3-EEB9-FEDB7C8701EA}" dt="2026-08-23T06:57:19.374" v="357" actId="1076"/>
          <ac:spMkLst>
            <pc:docMk/>
            <pc:sldMk cId="2951960762" sldId="263"/>
            <ac:spMk id="16" creationId="{930D62F6-ABA4-E9C8-BA8C-7417E7BD972D}"/>
          </ac:spMkLst>
        </pc:spChg>
        <pc:picChg chg="add mod">
          <ac:chgData name="Dev Kansana" userId="S::s4881415@uq.edu.au::b1bd41af-ce6a-40d8-b6fb-d3a925afcb05" providerId="AD" clId="Web-{FDD3E1E7-4A02-03C3-EEB9-FEDB7C8701EA}" dt="2026-08-23T07:00:18.630" v="404" actId="1076"/>
          <ac:picMkLst>
            <pc:docMk/>
            <pc:sldMk cId="2951960762" sldId="263"/>
            <ac:picMk id="5" creationId="{AB0ACD4B-002C-D973-D2A9-2F2E49633C9F}"/>
          </ac:picMkLst>
        </pc:picChg>
        <pc:picChg chg="del">
          <ac:chgData name="Dev Kansana" userId="S::s4881415@uq.edu.au::b1bd41af-ce6a-40d8-b6fb-d3a925afcb05" providerId="AD" clId="Web-{FDD3E1E7-4A02-03C3-EEB9-FEDB7C8701EA}" dt="2026-08-23T06:54:46.633" v="349"/>
          <ac:picMkLst>
            <pc:docMk/>
            <pc:sldMk cId="2951960762" sldId="263"/>
            <ac:picMk id="8" creationId="{80DF4EF4-9B43-6971-8369-7CD7C92BDFB3}"/>
          </ac:picMkLst>
        </pc:picChg>
        <pc:picChg chg="mod">
          <ac:chgData name="Dev Kansana" userId="S::s4881415@uq.edu.au::b1bd41af-ce6a-40d8-b6fb-d3a925afcb05" providerId="AD" clId="Web-{FDD3E1E7-4A02-03C3-EEB9-FEDB7C8701EA}" dt="2026-08-23T06:58:09.610" v="370" actId="1076"/>
          <ac:picMkLst>
            <pc:docMk/>
            <pc:sldMk cId="2951960762" sldId="263"/>
            <ac:picMk id="12" creationId="{A375CC09-7087-812B-7122-12282CB872FF}"/>
          </ac:picMkLst>
        </pc:picChg>
      </pc:sldChg>
      <pc:sldChg chg="new del">
        <pc:chgData name="Dev Kansana" userId="S::s4881415@uq.edu.au::b1bd41af-ce6a-40d8-b6fb-d3a925afcb05" providerId="AD" clId="Web-{FDD3E1E7-4A02-03C3-EEB9-FEDB7C8701EA}" dt="2026-08-23T05:57:14.579" v="88"/>
        <pc:sldMkLst>
          <pc:docMk/>
          <pc:sldMk cId="43523174" sldId="266"/>
        </pc:sldMkLst>
      </pc:sldChg>
    </pc:docChg>
  </pc:docChgLst>
  <pc:docChgLst>
    <pc:chgData name="Dong Nguyen" userId="S::s4740711@uq.edu.au::03e5f33a-b010-4996-a729-3526284d0e95" providerId="AD" clId="Web-{96A2B398-0EC1-659D-B66C-68F080DC83BB}"/>
    <pc:docChg chg="addSld modSld">
      <pc:chgData name="Dong Nguyen" userId="S::s4740711@uq.edu.au::03e5f33a-b010-4996-a729-3526284d0e95" providerId="AD" clId="Web-{96A2B398-0EC1-659D-B66C-68F080DC83BB}" dt="2026-08-23T04:18:33.573" v="13"/>
      <pc:docMkLst>
        <pc:docMk/>
      </pc:docMkLst>
      <pc:sldChg chg="addSp delSp modSp new mod setBg">
        <pc:chgData name="Dong Nguyen" userId="S::s4740711@uq.edu.au::03e5f33a-b010-4996-a729-3526284d0e95" providerId="AD" clId="Web-{96A2B398-0EC1-659D-B66C-68F080DC83BB}" dt="2026-08-23T04:18:33.573" v="13"/>
        <pc:sldMkLst>
          <pc:docMk/>
          <pc:sldMk cId="1016914343" sldId="264"/>
        </pc:sldMkLst>
        <pc:spChg chg="del">
          <ac:chgData name="Dong Nguyen" userId="S::s4740711@uq.edu.au::03e5f33a-b010-4996-a729-3526284d0e95" providerId="AD" clId="Web-{96A2B398-0EC1-659D-B66C-68F080DC83BB}" dt="2026-08-23T04:18:00.479" v="1"/>
          <ac:spMkLst>
            <pc:docMk/>
            <pc:sldMk cId="1016914343" sldId="264"/>
            <ac:spMk id="2" creationId="{B73A3F6C-AC1F-4DA4-0892-310917FE1E92}"/>
          </ac:spMkLst>
        </pc:spChg>
        <pc:spChg chg="del mod">
          <ac:chgData name="Dong Nguyen" userId="S::s4740711@uq.edu.au::03e5f33a-b010-4996-a729-3526284d0e95" providerId="AD" clId="Web-{96A2B398-0EC1-659D-B66C-68F080DC83BB}" dt="2026-08-23T04:18:04.448" v="3"/>
          <ac:spMkLst>
            <pc:docMk/>
            <pc:sldMk cId="1016914343" sldId="264"/>
            <ac:spMk id="3" creationId="{0B8D5248-A1D6-5529-4A94-9429F73DF0C1}"/>
          </ac:spMkLst>
        </pc:spChg>
        <pc:spChg chg="add del">
          <ac:chgData name="Dong Nguyen" userId="S::s4740711@uq.edu.au::03e5f33a-b010-4996-a729-3526284d0e95" providerId="AD" clId="Web-{96A2B398-0EC1-659D-B66C-68F080DC83BB}" dt="2026-08-23T04:18:33.573" v="12"/>
          <ac:spMkLst>
            <pc:docMk/>
            <pc:sldMk cId="1016914343" sldId="264"/>
            <ac:spMk id="7" creationId="{42A4FC2C-047E-45A5-965D-8E1E3BF09BC6}"/>
          </ac:spMkLst>
        </pc:spChg>
        <pc:spChg chg="add del">
          <ac:chgData name="Dong Nguyen" userId="S::s4740711@uq.edu.au::03e5f33a-b010-4996-a729-3526284d0e95" providerId="AD" clId="Web-{96A2B398-0EC1-659D-B66C-68F080DC83BB}" dt="2026-08-23T04:18:30.370" v="8"/>
          <ac:spMkLst>
            <pc:docMk/>
            <pc:sldMk cId="1016914343" sldId="264"/>
            <ac:spMk id="10" creationId="{42A4FC2C-047E-45A5-965D-8E1E3BF09BC6}"/>
          </ac:spMkLst>
        </pc:spChg>
        <pc:picChg chg="add del mod">
          <ac:chgData name="Dong Nguyen" userId="S::s4740711@uq.edu.au::03e5f33a-b010-4996-a729-3526284d0e95" providerId="AD" clId="Web-{96A2B398-0EC1-659D-B66C-68F080DC83BB}" dt="2026-08-23T04:18:25.838" v="5"/>
          <ac:picMkLst>
            <pc:docMk/>
            <pc:sldMk cId="1016914343" sldId="264"/>
            <ac:picMk id="4" creationId="{CD8BC1CD-5393-BE9C-3F5B-04BE17FEB7BC}"/>
          </ac:picMkLst>
        </pc:picChg>
        <pc:picChg chg="add mod">
          <ac:chgData name="Dong Nguyen" userId="S::s4740711@uq.edu.au::03e5f33a-b010-4996-a729-3526284d0e95" providerId="AD" clId="Web-{96A2B398-0EC1-659D-B66C-68F080DC83BB}" dt="2026-08-23T04:18:33.573" v="13"/>
          <ac:picMkLst>
            <pc:docMk/>
            <pc:sldMk cId="1016914343" sldId="264"/>
            <ac:picMk id="5" creationId="{58CB9D3F-3378-E8CB-4B53-7886F88FC04E}"/>
          </ac:picMkLst>
        </pc:picChg>
      </pc:sldChg>
    </pc:docChg>
  </pc:docChgLst>
  <pc:docChgLst>
    <pc:chgData name="Shirish Kamble" userId="S::s4974055@uq.edu.au::40d57ee5-e640-46d8-b696-01b2cc68181c" providerId="AD" clId="Web-{A2F932E9-5DBD-8A36-4F20-44A709E34E4D}"/>
    <pc:docChg chg="modSld">
      <pc:chgData name="Shirish Kamble" userId="S::s4974055@uq.edu.au::40d57ee5-e640-46d8-b696-01b2cc68181c" providerId="AD" clId="Web-{A2F932E9-5DBD-8A36-4F20-44A709E34E4D}" dt="2026-08-24T09:44:19.128" v="152"/>
      <pc:docMkLst>
        <pc:docMk/>
      </pc:docMkLst>
      <pc:sldChg chg="addSp delSp modSp">
        <pc:chgData name="Shirish Kamble" userId="S::s4974055@uq.edu.au::40d57ee5-e640-46d8-b696-01b2cc68181c" providerId="AD" clId="Web-{A2F932E9-5DBD-8A36-4F20-44A709E34E4D}" dt="2026-08-24T09:30:10.718" v="87" actId="20577"/>
        <pc:sldMkLst>
          <pc:docMk/>
          <pc:sldMk cId="3291430269" sldId="256"/>
        </pc:sldMkLst>
        <pc:spChg chg="mod">
          <ac:chgData name="Shirish Kamble" userId="S::s4974055@uq.edu.au::40d57ee5-e640-46d8-b696-01b2cc68181c" providerId="AD" clId="Web-{A2F932E9-5DBD-8A36-4F20-44A709E34E4D}" dt="2026-08-24T09:24:21.153" v="66" actId="14100"/>
          <ac:spMkLst>
            <pc:docMk/>
            <pc:sldMk cId="3291430269" sldId="256"/>
            <ac:spMk id="2" creationId="{117233CE-08B6-7039-1406-43E434FA8F28}"/>
          </ac:spMkLst>
        </pc:spChg>
        <pc:spChg chg="del mod">
          <ac:chgData name="Shirish Kamble" userId="S::s4974055@uq.edu.au::40d57ee5-e640-46d8-b696-01b2cc68181c" providerId="AD" clId="Web-{A2F932E9-5DBD-8A36-4F20-44A709E34E4D}" dt="2026-08-24T09:18:50.212" v="29"/>
          <ac:spMkLst>
            <pc:docMk/>
            <pc:sldMk cId="3291430269" sldId="256"/>
            <ac:spMk id="4" creationId="{236C259C-FBB6-C6B1-C134-658F5EA67C8A}"/>
          </ac:spMkLst>
        </pc:spChg>
        <pc:spChg chg="mod">
          <ac:chgData name="Shirish Kamble" userId="S::s4974055@uq.edu.au::40d57ee5-e640-46d8-b696-01b2cc68181c" providerId="AD" clId="Web-{A2F932E9-5DBD-8A36-4F20-44A709E34E4D}" dt="2026-08-24T09:30:10.718" v="87" actId="20577"/>
          <ac:spMkLst>
            <pc:docMk/>
            <pc:sldMk cId="3291430269" sldId="256"/>
            <ac:spMk id="5" creationId="{E7ABDB73-4778-2DA8-77B6-7CABB5434089}"/>
          </ac:spMkLst>
        </pc:spChg>
        <pc:spChg chg="add mod ord">
          <ac:chgData name="Shirish Kamble" userId="S::s4974055@uq.edu.au::40d57ee5-e640-46d8-b696-01b2cc68181c" providerId="AD" clId="Web-{A2F932E9-5DBD-8A36-4F20-44A709E34E4D}" dt="2026-08-24T09:24:38.982" v="67"/>
          <ac:spMkLst>
            <pc:docMk/>
            <pc:sldMk cId="3291430269" sldId="256"/>
            <ac:spMk id="6" creationId="{8C8FAB89-BDB2-5DD6-4054-6301BA084982}"/>
          </ac:spMkLst>
        </pc:spChg>
        <pc:spChg chg="mod">
          <ac:chgData name="Shirish Kamble" userId="S::s4974055@uq.edu.au::40d57ee5-e640-46d8-b696-01b2cc68181c" providerId="AD" clId="Web-{A2F932E9-5DBD-8A36-4F20-44A709E34E4D}" dt="2026-08-24T09:18:43.118" v="28" actId="20577"/>
          <ac:spMkLst>
            <pc:docMk/>
            <pc:sldMk cId="3291430269" sldId="256"/>
            <ac:spMk id="7" creationId="{94440068-7C20-94CF-A5BA-D3A87FFC4B33}"/>
          </ac:spMkLst>
        </pc:spChg>
      </pc:sldChg>
      <pc:sldChg chg="modSp">
        <pc:chgData name="Shirish Kamble" userId="S::s4974055@uq.edu.au::40d57ee5-e640-46d8-b696-01b2cc68181c" providerId="AD" clId="Web-{A2F932E9-5DBD-8A36-4F20-44A709E34E4D}" dt="2026-08-24T09:25:05.575" v="68"/>
        <pc:sldMkLst>
          <pc:docMk/>
          <pc:sldMk cId="2037775068" sldId="257"/>
        </pc:sldMkLst>
        <pc:spChg chg="mod">
          <ac:chgData name="Shirish Kamble" userId="S::s4974055@uq.edu.au::40d57ee5-e640-46d8-b696-01b2cc68181c" providerId="AD" clId="Web-{A2F932E9-5DBD-8A36-4F20-44A709E34E4D}" dt="2026-08-24T09:23:48.653" v="62" actId="20577"/>
          <ac:spMkLst>
            <pc:docMk/>
            <pc:sldMk cId="2037775068" sldId="257"/>
            <ac:spMk id="2" creationId="{F196C71E-8565-3158-7386-4CFDAFBB06F2}"/>
          </ac:spMkLst>
        </pc:spChg>
        <pc:spChg chg="mod">
          <ac:chgData name="Shirish Kamble" userId="S::s4974055@uq.edu.au::40d57ee5-e640-46d8-b696-01b2cc68181c" providerId="AD" clId="Web-{A2F932E9-5DBD-8A36-4F20-44A709E34E4D}" dt="2026-08-24T09:25:05.575" v="68"/>
          <ac:spMkLst>
            <pc:docMk/>
            <pc:sldMk cId="2037775068" sldId="257"/>
            <ac:spMk id="18" creationId="{16C68B41-4C58-6D06-5166-1BC4D7F4F817}"/>
          </ac:spMkLst>
        </pc:spChg>
      </pc:sldChg>
      <pc:sldChg chg="modSp">
        <pc:chgData name="Shirish Kamble" userId="S::s4974055@uq.edu.au::40d57ee5-e640-46d8-b696-01b2cc68181c" providerId="AD" clId="Web-{A2F932E9-5DBD-8A36-4F20-44A709E34E4D}" dt="2026-08-24T09:37:23.516" v="130" actId="1076"/>
        <pc:sldMkLst>
          <pc:docMk/>
          <pc:sldMk cId="1016914343" sldId="264"/>
        </pc:sldMkLst>
        <pc:spChg chg="mod">
          <ac:chgData name="Shirish Kamble" userId="S::s4974055@uq.edu.au::40d57ee5-e640-46d8-b696-01b2cc68181c" providerId="AD" clId="Web-{A2F932E9-5DBD-8A36-4F20-44A709E34E4D}" dt="2026-08-24T09:35:43.297" v="113" actId="20577"/>
          <ac:spMkLst>
            <pc:docMk/>
            <pc:sldMk cId="1016914343" sldId="264"/>
            <ac:spMk id="3" creationId="{466B9E35-211B-BD86-A6C4-D7A34BA6BABB}"/>
          </ac:spMkLst>
        </pc:spChg>
        <pc:spChg chg="mod">
          <ac:chgData name="Shirish Kamble" userId="S::s4974055@uq.edu.au::40d57ee5-e640-46d8-b696-01b2cc68181c" providerId="AD" clId="Web-{A2F932E9-5DBD-8A36-4F20-44A709E34E4D}" dt="2026-08-24T09:36:20.797" v="118" actId="20577"/>
          <ac:spMkLst>
            <pc:docMk/>
            <pc:sldMk cId="1016914343" sldId="264"/>
            <ac:spMk id="4" creationId="{7A8C5ED4-7F4F-6733-46EF-6E0341AA0F49}"/>
          </ac:spMkLst>
        </pc:spChg>
        <pc:spChg chg="mod">
          <ac:chgData name="Shirish Kamble" userId="S::s4974055@uq.edu.au::40d57ee5-e640-46d8-b696-01b2cc68181c" providerId="AD" clId="Web-{A2F932E9-5DBD-8A36-4F20-44A709E34E4D}" dt="2026-08-24T09:36:45.719" v="124" actId="20577"/>
          <ac:spMkLst>
            <pc:docMk/>
            <pc:sldMk cId="1016914343" sldId="264"/>
            <ac:spMk id="6" creationId="{38295086-F2F9-C6DD-B89B-563F3C0A1CAA}"/>
          </ac:spMkLst>
        </pc:spChg>
        <pc:spChg chg="mod">
          <ac:chgData name="Shirish Kamble" userId="S::s4974055@uq.edu.au::40d57ee5-e640-46d8-b696-01b2cc68181c" providerId="AD" clId="Web-{A2F932E9-5DBD-8A36-4F20-44A709E34E4D}" dt="2026-08-24T09:37:23.485" v="129" actId="1076"/>
          <ac:spMkLst>
            <pc:docMk/>
            <pc:sldMk cId="1016914343" sldId="264"/>
            <ac:spMk id="7" creationId="{F84F0AFD-4CDD-E5AC-81C6-EE4DE0890866}"/>
          </ac:spMkLst>
        </pc:spChg>
        <pc:spChg chg="mod">
          <ac:chgData name="Shirish Kamble" userId="S::s4974055@uq.edu.au::40d57ee5-e640-46d8-b696-01b2cc68181c" providerId="AD" clId="Web-{A2F932E9-5DBD-8A36-4F20-44A709E34E4D}" dt="2026-08-24T09:37:23.516" v="130" actId="1076"/>
          <ac:spMkLst>
            <pc:docMk/>
            <pc:sldMk cId="1016914343" sldId="264"/>
            <ac:spMk id="8" creationId="{5807A84B-5973-1870-E205-7325E52EB97F}"/>
          </ac:spMkLst>
        </pc:spChg>
      </pc:sldChg>
      <pc:sldChg chg="delSp modSp">
        <pc:chgData name="Shirish Kamble" userId="S::s4974055@uq.edu.au::40d57ee5-e640-46d8-b696-01b2cc68181c" providerId="AD" clId="Web-{A2F932E9-5DBD-8A36-4F20-44A709E34E4D}" dt="2026-08-24T09:44:19.128" v="152"/>
        <pc:sldMkLst>
          <pc:docMk/>
          <pc:sldMk cId="2669147823" sldId="267"/>
        </pc:sldMkLst>
        <pc:spChg chg="mod">
          <ac:chgData name="Shirish Kamble" userId="S::s4974055@uq.edu.au::40d57ee5-e640-46d8-b696-01b2cc68181c" providerId="AD" clId="Web-{A2F932E9-5DBD-8A36-4F20-44A709E34E4D}" dt="2026-08-24T09:40:44.345" v="131" actId="1076"/>
          <ac:spMkLst>
            <pc:docMk/>
            <pc:sldMk cId="2669147823" sldId="267"/>
            <ac:spMk id="2" creationId="{FC0220E1-92BD-FA0B-B8B1-D52E70151329}"/>
          </ac:spMkLst>
        </pc:spChg>
        <pc:spChg chg="del">
          <ac:chgData name="Shirish Kamble" userId="S::s4974055@uq.edu.au::40d57ee5-e640-46d8-b696-01b2cc68181c" providerId="AD" clId="Web-{A2F932E9-5DBD-8A36-4F20-44A709E34E4D}" dt="2026-08-24T09:43:01.127" v="145"/>
          <ac:spMkLst>
            <pc:docMk/>
            <pc:sldMk cId="2669147823" sldId="267"/>
            <ac:spMk id="5" creationId="{F4145D74-F85C-8276-9D67-75FF0E9877CF}"/>
          </ac:spMkLst>
        </pc:spChg>
        <pc:spChg chg="mod">
          <ac:chgData name="Shirish Kamble" userId="S::s4974055@uq.edu.au::40d57ee5-e640-46d8-b696-01b2cc68181c" providerId="AD" clId="Web-{A2F932E9-5DBD-8A36-4F20-44A709E34E4D}" dt="2026-08-24T09:43:52.909" v="149" actId="20577"/>
          <ac:spMkLst>
            <pc:docMk/>
            <pc:sldMk cId="2669147823" sldId="267"/>
            <ac:spMk id="7" creationId="{8050B3F9-E044-FE64-0887-335EC38C381E}"/>
          </ac:spMkLst>
        </pc:spChg>
        <pc:spChg chg="mod">
          <ac:chgData name="Shirish Kamble" userId="S::s4974055@uq.edu.au::40d57ee5-e640-46d8-b696-01b2cc68181c" providerId="AD" clId="Web-{A2F932E9-5DBD-8A36-4F20-44A709E34E4D}" dt="2026-08-24T09:44:19.128" v="152"/>
          <ac:spMkLst>
            <pc:docMk/>
            <pc:sldMk cId="2669147823" sldId="267"/>
            <ac:spMk id="10" creationId="{F825F0F8-4F99-3EB5-591A-CFA2FF3D146C}"/>
          </ac:spMkLst>
        </pc:spChg>
        <pc:spChg chg="mod">
          <ac:chgData name="Shirish Kamble" userId="S::s4974055@uq.edu.au::40d57ee5-e640-46d8-b696-01b2cc68181c" providerId="AD" clId="Web-{A2F932E9-5DBD-8A36-4F20-44A709E34E4D}" dt="2026-08-24T09:43:15.190" v="146" actId="1076"/>
          <ac:spMkLst>
            <pc:docMk/>
            <pc:sldMk cId="2669147823" sldId="267"/>
            <ac:spMk id="25" creationId="{56501C58-8839-B03F-ADB8-3576ECBC669E}"/>
          </ac:spMkLst>
        </pc:spChg>
        <pc:picChg chg="mod">
          <ac:chgData name="Shirish Kamble" userId="S::s4974055@uq.edu.au::40d57ee5-e640-46d8-b696-01b2cc68181c" providerId="AD" clId="Web-{A2F932E9-5DBD-8A36-4F20-44A709E34E4D}" dt="2026-08-24T09:43:36.784" v="148" actId="1076"/>
          <ac:picMkLst>
            <pc:docMk/>
            <pc:sldMk cId="2669147823" sldId="267"/>
            <ac:picMk id="9" creationId="{00CEE301-50B9-FAB9-AB47-9907AD725222}"/>
          </ac:picMkLst>
        </pc:picChg>
        <pc:inkChg chg="del">
          <ac:chgData name="Shirish Kamble" userId="S::s4974055@uq.edu.au::40d57ee5-e640-46d8-b696-01b2cc68181c" providerId="AD" clId="Web-{A2F932E9-5DBD-8A36-4F20-44A709E34E4D}" dt="2026-08-24T09:44:08.487" v="151"/>
          <ac:inkMkLst>
            <pc:docMk/>
            <pc:sldMk cId="2669147823" sldId="267"/>
            <ac:inkMk id="41" creationId="{FA8AF820-6F80-6E35-6799-083F75973856}"/>
          </ac:inkMkLst>
        </pc:inkChg>
      </pc:sldChg>
      <pc:sldChg chg="modSp">
        <pc:chgData name="Shirish Kamble" userId="S::s4974055@uq.edu.au::40d57ee5-e640-46d8-b696-01b2cc68181c" providerId="AD" clId="Web-{A2F932E9-5DBD-8A36-4F20-44A709E34E4D}" dt="2026-08-24T09:35:32.688" v="112" actId="20577"/>
        <pc:sldMkLst>
          <pc:docMk/>
          <pc:sldMk cId="0" sldId="269"/>
        </pc:sldMkLst>
        <pc:spChg chg="mod">
          <ac:chgData name="Shirish Kamble" userId="S::s4974055@uq.edu.au::40d57ee5-e640-46d8-b696-01b2cc68181c" providerId="AD" clId="Web-{A2F932E9-5DBD-8A36-4F20-44A709E34E4D}" dt="2026-08-24T09:35:32.688" v="112" actId="20577"/>
          <ac:spMkLst>
            <pc:docMk/>
            <pc:sldMk cId="0" sldId="269"/>
            <ac:spMk id="3" creationId="{00000000-0000-0000-0000-000000000000}"/>
          </ac:spMkLst>
        </pc:spChg>
        <pc:spChg chg="mod">
          <ac:chgData name="Shirish Kamble" userId="S::s4974055@uq.edu.au::40d57ee5-e640-46d8-b696-01b2cc68181c" providerId="AD" clId="Web-{A2F932E9-5DBD-8A36-4F20-44A709E34E4D}" dt="2026-08-24T09:35:07.281" v="110" actId="20577"/>
          <ac:spMkLst>
            <pc:docMk/>
            <pc:sldMk cId="0" sldId="269"/>
            <ac:spMk id="4" creationId="{00000000-0000-0000-0000-000000000000}"/>
          </ac:spMkLst>
        </pc:spChg>
        <pc:spChg chg="mod">
          <ac:chgData name="Shirish Kamble" userId="S::s4974055@uq.edu.au::40d57ee5-e640-46d8-b696-01b2cc68181c" providerId="AD" clId="Web-{A2F932E9-5DBD-8A36-4F20-44A709E34E4D}" dt="2026-08-24T09:31:32.765" v="93" actId="20577"/>
          <ac:spMkLst>
            <pc:docMk/>
            <pc:sldMk cId="0" sldId="269"/>
            <ac:spMk id="29" creationId="{1D5084C3-2E25-05CB-BC86-933C87DCE8AD}"/>
          </ac:spMkLst>
        </pc:spChg>
        <pc:spChg chg="mod">
          <ac:chgData name="Shirish Kamble" userId="S::s4974055@uq.edu.au::40d57ee5-e640-46d8-b696-01b2cc68181c" providerId="AD" clId="Web-{A2F932E9-5DBD-8A36-4F20-44A709E34E4D}" dt="2026-08-24T09:31:26.062" v="92" actId="20577"/>
          <ac:spMkLst>
            <pc:docMk/>
            <pc:sldMk cId="0" sldId="269"/>
            <ac:spMk id="30" creationId="{C55DB5AD-CC8F-A15C-082B-41A49C373DCF}"/>
          </ac:spMkLst>
        </pc:spChg>
        <pc:spChg chg="mod">
          <ac:chgData name="Shirish Kamble" userId="S::s4974055@uq.edu.au::40d57ee5-e640-46d8-b696-01b2cc68181c" providerId="AD" clId="Web-{A2F932E9-5DBD-8A36-4F20-44A709E34E4D}" dt="2026-08-24T09:31:38.437" v="94" actId="20577"/>
          <ac:spMkLst>
            <pc:docMk/>
            <pc:sldMk cId="0" sldId="269"/>
            <ac:spMk id="31" creationId="{30F1DA13-59B8-496B-BA5C-D5BB931601C5}"/>
          </ac:spMkLst>
        </pc:spChg>
        <pc:spChg chg="mod">
          <ac:chgData name="Shirish Kamble" userId="S::s4974055@uq.edu.au::40d57ee5-e640-46d8-b696-01b2cc68181c" providerId="AD" clId="Web-{A2F932E9-5DBD-8A36-4F20-44A709E34E4D}" dt="2026-08-24T09:31:44.187" v="95" actId="20577"/>
          <ac:spMkLst>
            <pc:docMk/>
            <pc:sldMk cId="0" sldId="269"/>
            <ac:spMk id="32" creationId="{EA58B624-3D1D-0988-1522-B143AC4E9214}"/>
          </ac:spMkLst>
        </pc:spChg>
        <pc:spChg chg="mod">
          <ac:chgData name="Shirish Kamble" userId="S::s4974055@uq.edu.au::40d57ee5-e640-46d8-b696-01b2cc68181c" providerId="AD" clId="Web-{A2F932E9-5DBD-8A36-4F20-44A709E34E4D}" dt="2026-08-24T09:31:50.155" v="96" actId="20577"/>
          <ac:spMkLst>
            <pc:docMk/>
            <pc:sldMk cId="0" sldId="269"/>
            <ac:spMk id="33" creationId="{E60397A1-C0C1-0691-58A4-C09B6AE7F747}"/>
          </ac:spMkLst>
        </pc:spChg>
        <pc:spChg chg="mod">
          <ac:chgData name="Shirish Kamble" userId="S::s4974055@uq.edu.au::40d57ee5-e640-46d8-b696-01b2cc68181c" providerId="AD" clId="Web-{A2F932E9-5DBD-8A36-4F20-44A709E34E4D}" dt="2026-08-24T09:31:56.249" v="97" actId="20577"/>
          <ac:spMkLst>
            <pc:docMk/>
            <pc:sldMk cId="0" sldId="269"/>
            <ac:spMk id="34" creationId="{887321C1-79E0-C2F9-B23A-6583FC8C10DC}"/>
          </ac:spMkLst>
        </pc:spChg>
        <pc:picChg chg="mod">
          <ac:chgData name="Shirish Kamble" userId="S::s4974055@uq.edu.au::40d57ee5-e640-46d8-b696-01b2cc68181c" providerId="AD" clId="Web-{A2F932E9-5DBD-8A36-4F20-44A709E34E4D}" dt="2026-08-24T09:32:16.046" v="98"/>
          <ac:picMkLst>
            <pc:docMk/>
            <pc:sldMk cId="0" sldId="269"/>
            <ac:picMk id="44" creationId="{FABD356E-6254-37CF-AA13-75BE26116C61}"/>
          </ac:picMkLst>
        </pc:picChg>
        <pc:picChg chg="mod">
          <ac:chgData name="Shirish Kamble" userId="S::s4974055@uq.edu.au::40d57ee5-e640-46d8-b696-01b2cc68181c" providerId="AD" clId="Web-{A2F932E9-5DBD-8A36-4F20-44A709E34E4D}" dt="2026-08-24T09:32:23.109" v="99"/>
          <ac:picMkLst>
            <pc:docMk/>
            <pc:sldMk cId="0" sldId="269"/>
            <ac:picMk id="46" creationId="{6E8B5301-BC2A-EFC3-DADB-8B10EC72D443}"/>
          </ac:picMkLst>
        </pc:picChg>
      </pc:sldChg>
    </pc:docChg>
  </pc:docChgLst>
  <pc:docChgLst>
    <pc:chgData name="Shirish Kamble" userId="S::s4974055@uq.edu.au::40d57ee5-e640-46d8-b696-01b2cc68181c" providerId="AD" clId="Web-{D0D2A758-0DA1-3135-77E2-5C36A5160D47}"/>
    <pc:docChg chg="mod modSld addMainMaster delMainMaster">
      <pc:chgData name="Shirish Kamble" userId="S::s4974055@uq.edu.au::40d57ee5-e640-46d8-b696-01b2cc68181c" providerId="AD" clId="Web-{D0D2A758-0DA1-3135-77E2-5C36A5160D47}" dt="2026-08-24T08:56:26.356" v="6" actId="1076"/>
      <pc:docMkLst>
        <pc:docMk/>
      </pc:docMkLst>
      <pc:sldChg chg="modSp mod modClrScheme chgLayout">
        <pc:chgData name="Shirish Kamble" userId="S::s4974055@uq.edu.au::40d57ee5-e640-46d8-b696-01b2cc68181c" providerId="AD" clId="Web-{D0D2A758-0DA1-3135-77E2-5C36A5160D47}" dt="2026-08-24T08:56:26.356" v="6" actId="1076"/>
        <pc:sldMkLst>
          <pc:docMk/>
          <pc:sldMk cId="3291430269" sldId="256"/>
        </pc:sldMkLst>
        <pc:spChg chg="mod ord">
          <ac:chgData name="Shirish Kamble" userId="S::s4974055@uq.edu.au::40d57ee5-e640-46d8-b696-01b2cc68181c" providerId="AD" clId="Web-{D0D2A758-0DA1-3135-77E2-5C36A5160D47}" dt="2026-08-24T08:56:26.356" v="6" actId="1076"/>
          <ac:spMkLst>
            <pc:docMk/>
            <pc:sldMk cId="3291430269" sldId="256"/>
            <ac:spMk id="2" creationId="{117233CE-08B6-7039-1406-43E434FA8F28}"/>
          </ac:spMkLst>
        </pc:spChg>
        <pc:spChg chg="mod ord">
          <ac:chgData name="Shirish Kamble" userId="S::s4974055@uq.edu.au::40d57ee5-e640-46d8-b696-01b2cc68181c" providerId="AD" clId="Web-{D0D2A758-0DA1-3135-77E2-5C36A5160D47}" dt="2026-08-24T08:55:10.073" v="3"/>
          <ac:spMkLst>
            <pc:docMk/>
            <pc:sldMk cId="3291430269" sldId="256"/>
            <ac:spMk id="7" creationId="{94440068-7C20-94CF-A5BA-D3A87FFC4B33}"/>
          </ac:spMkLst>
        </pc:spChg>
      </pc:sldChg>
      <pc:sldChg chg="modSp mod modClrScheme chgLayout">
        <pc:chgData name="Shirish Kamble" userId="S::s4974055@uq.edu.au::40d57ee5-e640-46d8-b696-01b2cc68181c" providerId="AD" clId="Web-{D0D2A758-0DA1-3135-77E2-5C36A5160D47}" dt="2026-08-24T08:55:10.073" v="3"/>
        <pc:sldMkLst>
          <pc:docMk/>
          <pc:sldMk cId="2037775068" sldId="257"/>
        </pc:sldMkLst>
        <pc:spChg chg="mod ord">
          <ac:chgData name="Shirish Kamble" userId="S::s4974055@uq.edu.au::40d57ee5-e640-46d8-b696-01b2cc68181c" providerId="AD" clId="Web-{D0D2A758-0DA1-3135-77E2-5C36A5160D47}" dt="2026-08-24T08:55:10.073" v="3"/>
          <ac:spMkLst>
            <pc:docMk/>
            <pc:sldMk cId="2037775068" sldId="257"/>
            <ac:spMk id="2" creationId="{F196C71E-8565-3158-7386-4CFDAFBB06F2}"/>
          </ac:spMkLst>
        </pc:spChg>
      </pc:sldChg>
      <pc:sldChg chg="modSp mod modClrScheme chgLayout">
        <pc:chgData name="Shirish Kamble" userId="S::s4974055@uq.edu.au::40d57ee5-e640-46d8-b696-01b2cc68181c" providerId="AD" clId="Web-{D0D2A758-0DA1-3135-77E2-5C36A5160D47}" dt="2026-08-24T08:55:10.073" v="3"/>
        <pc:sldMkLst>
          <pc:docMk/>
          <pc:sldMk cId="935523701" sldId="260"/>
        </pc:sldMkLst>
        <pc:spChg chg="mod ord">
          <ac:chgData name="Shirish Kamble" userId="S::s4974055@uq.edu.au::40d57ee5-e640-46d8-b696-01b2cc68181c" providerId="AD" clId="Web-{D0D2A758-0DA1-3135-77E2-5C36A5160D47}" dt="2026-08-24T08:55:10.073" v="3"/>
          <ac:spMkLst>
            <pc:docMk/>
            <pc:sldMk cId="935523701" sldId="260"/>
            <ac:spMk id="2" creationId="{75AEA72F-761D-0998-6F86-BBB6EDE666E3}"/>
          </ac:spMkLst>
        </pc:spChg>
        <pc:spChg chg="mod ord">
          <ac:chgData name="Shirish Kamble" userId="S::s4974055@uq.edu.au::40d57ee5-e640-46d8-b696-01b2cc68181c" providerId="AD" clId="Web-{D0D2A758-0DA1-3135-77E2-5C36A5160D47}" dt="2026-08-24T08:55:10.073" v="3"/>
          <ac:spMkLst>
            <pc:docMk/>
            <pc:sldMk cId="935523701" sldId="260"/>
            <ac:spMk id="3" creationId="{F683B02E-F373-2C0D-D5F1-DF05A0358B9E}"/>
          </ac:spMkLst>
        </pc:spChg>
      </pc:sldChg>
      <pc:sldChg chg="mod modClrScheme chgLayout">
        <pc:chgData name="Shirish Kamble" userId="S::s4974055@uq.edu.au::40d57ee5-e640-46d8-b696-01b2cc68181c" providerId="AD" clId="Web-{D0D2A758-0DA1-3135-77E2-5C36A5160D47}" dt="2026-08-24T08:55:10.073" v="3"/>
        <pc:sldMkLst>
          <pc:docMk/>
          <pc:sldMk cId="1016914343" sldId="264"/>
        </pc:sldMkLst>
      </pc:sldChg>
      <pc:sldChg chg="modSp mod modClrScheme chgLayout">
        <pc:chgData name="Shirish Kamble" userId="S::s4974055@uq.edu.au::40d57ee5-e640-46d8-b696-01b2cc68181c" providerId="AD" clId="Web-{D0D2A758-0DA1-3135-77E2-5C36A5160D47}" dt="2026-08-24T08:55:10.073" v="3"/>
        <pc:sldMkLst>
          <pc:docMk/>
          <pc:sldMk cId="2669147823" sldId="267"/>
        </pc:sldMkLst>
        <pc:spChg chg="mod ord">
          <ac:chgData name="Shirish Kamble" userId="S::s4974055@uq.edu.au::40d57ee5-e640-46d8-b696-01b2cc68181c" providerId="AD" clId="Web-{D0D2A758-0DA1-3135-77E2-5C36A5160D47}" dt="2026-08-24T08:55:10.073" v="3"/>
          <ac:spMkLst>
            <pc:docMk/>
            <pc:sldMk cId="2669147823" sldId="267"/>
            <ac:spMk id="2" creationId="{FC0220E1-92BD-FA0B-B8B1-D52E70151329}"/>
          </ac:spMkLst>
        </pc:spChg>
        <pc:spChg chg="mod ord">
          <ac:chgData name="Shirish Kamble" userId="S::s4974055@uq.edu.au::40d57ee5-e640-46d8-b696-01b2cc68181c" providerId="AD" clId="Web-{D0D2A758-0DA1-3135-77E2-5C36A5160D47}" dt="2026-08-24T08:55:10.073" v="3"/>
          <ac:spMkLst>
            <pc:docMk/>
            <pc:sldMk cId="2669147823" sldId="267"/>
            <ac:spMk id="7" creationId="{8050B3F9-E044-FE64-0887-335EC38C381E}"/>
          </ac:spMkLst>
        </pc:spChg>
      </pc:sldChg>
      <pc:sldChg chg="modSp mod modClrScheme chgLayout">
        <pc:chgData name="Shirish Kamble" userId="S::s4974055@uq.edu.au::40d57ee5-e640-46d8-b696-01b2cc68181c" providerId="AD" clId="Web-{D0D2A758-0DA1-3135-77E2-5C36A5160D47}" dt="2026-08-24T08:55:10.073" v="3"/>
        <pc:sldMkLst>
          <pc:docMk/>
          <pc:sldMk cId="3685926783" sldId="268"/>
        </pc:sldMkLst>
        <pc:spChg chg="mod ord">
          <ac:chgData name="Shirish Kamble" userId="S::s4974055@uq.edu.au::40d57ee5-e640-46d8-b696-01b2cc68181c" providerId="AD" clId="Web-{D0D2A758-0DA1-3135-77E2-5C36A5160D47}" dt="2026-08-24T08:55:10.073" v="3"/>
          <ac:spMkLst>
            <pc:docMk/>
            <pc:sldMk cId="3685926783" sldId="268"/>
            <ac:spMk id="2" creationId="{CD7CB7C7-C969-23D0-70F8-A3BF8774D252}"/>
          </ac:spMkLst>
        </pc:spChg>
        <pc:spChg chg="mod ord">
          <ac:chgData name="Shirish Kamble" userId="S::s4974055@uq.edu.au::40d57ee5-e640-46d8-b696-01b2cc68181c" providerId="AD" clId="Web-{D0D2A758-0DA1-3135-77E2-5C36A5160D47}" dt="2026-08-24T08:55:10.073" v="3"/>
          <ac:spMkLst>
            <pc:docMk/>
            <pc:sldMk cId="3685926783" sldId="268"/>
            <ac:spMk id="3" creationId="{8CC1BE14-60D4-CD3F-C810-2B80D7576A41}"/>
          </ac:spMkLst>
        </pc:spChg>
      </pc:sldChg>
      <pc:sldChg chg="mod modClrScheme chgLayout">
        <pc:chgData name="Shirish Kamble" userId="S::s4974055@uq.edu.au::40d57ee5-e640-46d8-b696-01b2cc68181c" providerId="AD" clId="Web-{D0D2A758-0DA1-3135-77E2-5C36A5160D47}" dt="2026-08-24T08:55:10.073" v="3"/>
        <pc:sldMkLst>
          <pc:docMk/>
          <pc:sldMk cId="0" sldId="269"/>
        </pc:sldMkLst>
      </pc:sldChg>
      <pc:sldMasterChg chg="del delSldLayout">
        <pc:chgData name="Shirish Kamble" userId="S::s4974055@uq.edu.au::40d57ee5-e640-46d8-b696-01b2cc68181c" providerId="AD" clId="Web-{D0D2A758-0DA1-3135-77E2-5C36A5160D47}" dt="2026-08-24T08:54:43.932" v="0"/>
        <pc:sldMasterMkLst>
          <pc:docMk/>
          <pc:sldMasterMk cId="613034817" sldId="2147483648"/>
        </pc:sldMasterMkLst>
        <pc:sldLayoutChg chg="del">
          <pc:chgData name="Shirish Kamble" userId="S::s4974055@uq.edu.au::40d57ee5-e640-46d8-b696-01b2cc68181c" providerId="AD" clId="Web-{D0D2A758-0DA1-3135-77E2-5C36A5160D47}" dt="2026-08-24T08:54:43.932" v="0"/>
          <pc:sldLayoutMkLst>
            <pc:docMk/>
            <pc:sldMasterMk cId="613034817" sldId="2147483648"/>
            <pc:sldLayoutMk cId="1537738179" sldId="2147483649"/>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262469464" sldId="2147483650"/>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3893147143" sldId="2147483651"/>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1705006019" sldId="2147483652"/>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3702352652" sldId="2147483653"/>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300406974" sldId="2147483654"/>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285477559" sldId="2147483655"/>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699457932" sldId="2147483656"/>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2099984310" sldId="2147483657"/>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4172834664" sldId="2147483658"/>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2042236294" sldId="2147483659"/>
          </pc:sldLayoutMkLst>
        </pc:sldLayoutChg>
        <pc:sldLayoutChg chg="del">
          <pc:chgData name="Shirish Kamble" userId="S::s4974055@uq.edu.au::40d57ee5-e640-46d8-b696-01b2cc68181c" providerId="AD" clId="Web-{D0D2A758-0DA1-3135-77E2-5C36A5160D47}" dt="2026-08-24T08:54:43.932" v="0"/>
          <pc:sldLayoutMkLst>
            <pc:docMk/>
            <pc:sldMasterMk cId="613034817" sldId="2147483648"/>
            <pc:sldLayoutMk cId="68316905" sldId="2147483660"/>
          </pc:sldLayoutMkLst>
        </pc:sldLayoutChg>
      </pc:sldMasterChg>
      <pc:sldMasterChg chg="add del addSldLayout delSldLayout modSldLayout">
        <pc:chgData name="Shirish Kamble" userId="S::s4974055@uq.edu.au::40d57ee5-e640-46d8-b696-01b2cc68181c" providerId="AD" clId="Web-{D0D2A758-0DA1-3135-77E2-5C36A5160D47}" dt="2026-08-24T08:55:01.855" v="1"/>
        <pc:sldMasterMkLst>
          <pc:docMk/>
          <pc:sldMasterMk cId="3151656044" sldId="2147483661"/>
        </pc:sldMasterMkLst>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463639771" sldId="2147483662"/>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42596720" sldId="2147483663"/>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701944845" sldId="2147483664"/>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041304489" sldId="2147483665"/>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767032298" sldId="2147483666"/>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901395114" sldId="2147483667"/>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144949711" sldId="2147483668"/>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004200235" sldId="2147483669"/>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210764879" sldId="2147483670"/>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455281947" sldId="2147483671"/>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439804054" sldId="2147483672"/>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344619571" sldId="2147483673"/>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996472790" sldId="2147483674"/>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493685062" sldId="2147483675"/>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899140441" sldId="2147483676"/>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594877478" sldId="2147483677"/>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018903883" sldId="2147483678"/>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31519299" sldId="2147483679"/>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221887242" sldId="2147483680"/>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243647773" sldId="2147483681"/>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139846390" sldId="2147483682"/>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288233441" sldId="2147483683"/>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515420636" sldId="2147483684"/>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959857410" sldId="2147483685"/>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627530538" sldId="2147483686"/>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062445786" sldId="2147483687"/>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1837890293" sldId="2147483688"/>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129034445" sldId="2147483689"/>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3870403988" sldId="2147483690"/>
          </pc:sldLayoutMkLst>
        </pc:sldLayoutChg>
        <pc:sldLayoutChg chg="add del mod replId">
          <pc:chgData name="Shirish Kamble" userId="S::s4974055@uq.edu.au::40d57ee5-e640-46d8-b696-01b2cc68181c" providerId="AD" clId="Web-{D0D2A758-0DA1-3135-77E2-5C36A5160D47}" dt="2026-08-24T08:55:01.855" v="1"/>
          <pc:sldLayoutMkLst>
            <pc:docMk/>
            <pc:sldMasterMk cId="3151656044" sldId="2147483661"/>
            <pc:sldLayoutMk cId="2175628127" sldId="2147483691"/>
          </pc:sldLayoutMkLst>
        </pc:sldLayoutChg>
      </pc:sldMasterChg>
      <pc:sldMasterChg chg="add del addSldLayout delSldLayout modSldLayout">
        <pc:chgData name="Shirish Kamble" userId="S::s4974055@uq.edu.au::40d57ee5-e640-46d8-b696-01b2cc68181c" providerId="AD" clId="Web-{D0D2A758-0DA1-3135-77E2-5C36A5160D47}" dt="2026-08-24T08:55:03.636" v="2"/>
        <pc:sldMasterMkLst>
          <pc:docMk/>
          <pc:sldMasterMk cId="50597519" sldId="2147483692"/>
        </pc:sldMasterMkLst>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740828059" sldId="2147483693"/>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234107464" sldId="2147483694"/>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911726265" sldId="2147483695"/>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1041371668" sldId="2147483696"/>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980507397" sldId="2147483697"/>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2702510984" sldId="2147483698"/>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400357878" sldId="2147483699"/>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1221059237" sldId="2147483700"/>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1998342252" sldId="2147483701"/>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1156840048" sldId="2147483702"/>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4134254629" sldId="2147483703"/>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2930076746" sldId="2147483704"/>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4231473009" sldId="2147483705"/>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27579235" sldId="2147483706"/>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872194187" sldId="2147483707"/>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043737943" sldId="2147483708"/>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4096024143" sldId="2147483709"/>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916401723" sldId="2147483710"/>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584853451" sldId="2147483711"/>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112840907" sldId="2147483712"/>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2681772410" sldId="2147483713"/>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707719552" sldId="2147483714"/>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1847842941" sldId="2147483715"/>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74011638" sldId="2147483716"/>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615054404" sldId="2147483717"/>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445994329" sldId="2147483718"/>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537874805" sldId="2147483719"/>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3314339371" sldId="2147483720"/>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2096122858" sldId="2147483721"/>
          </pc:sldLayoutMkLst>
        </pc:sldLayoutChg>
        <pc:sldLayoutChg chg="add del mod replId">
          <pc:chgData name="Shirish Kamble" userId="S::s4974055@uq.edu.au::40d57ee5-e640-46d8-b696-01b2cc68181c" providerId="AD" clId="Web-{D0D2A758-0DA1-3135-77E2-5C36A5160D47}" dt="2026-08-24T08:55:03.636" v="2"/>
          <pc:sldLayoutMkLst>
            <pc:docMk/>
            <pc:sldMasterMk cId="50597519" sldId="2147483692"/>
            <pc:sldLayoutMk cId="142336220" sldId="2147483722"/>
          </pc:sldLayoutMkLst>
        </pc:sldLayoutChg>
      </pc:sldMasterChg>
      <pc:sldMasterChg chg="add del addSldLayout delSldLayout modSldLayout">
        <pc:chgData name="Shirish Kamble" userId="S::s4974055@uq.edu.au::40d57ee5-e640-46d8-b696-01b2cc68181c" providerId="AD" clId="Web-{D0D2A758-0DA1-3135-77E2-5C36A5160D47}" dt="2026-08-24T08:55:10.073" v="3"/>
        <pc:sldMasterMkLst>
          <pc:docMk/>
          <pc:sldMasterMk cId="560370848" sldId="2147483723"/>
        </pc:sldMasterMkLst>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2289111758" sldId="2147483724"/>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914992594" sldId="2147483725"/>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959747409" sldId="2147483726"/>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991557183" sldId="2147483727"/>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27887879" sldId="2147483728"/>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713623344" sldId="2147483729"/>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2724153549" sldId="2147483730"/>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573992110" sldId="2147483731"/>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2007437798" sldId="2147483732"/>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492802551" sldId="2147483733"/>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508206918" sldId="2147483734"/>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595176072" sldId="2147483735"/>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754236351" sldId="2147483736"/>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438362316" sldId="2147483737"/>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509415180" sldId="2147483738"/>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480398616" sldId="2147483739"/>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172063584" sldId="2147483740"/>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4043175" sldId="2147483741"/>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1768953309" sldId="2147483742"/>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2371106319" sldId="2147483743"/>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84800655" sldId="2147483744"/>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104616134" sldId="2147483745"/>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1782971482" sldId="2147483746"/>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3100844615" sldId="2147483747"/>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573926162" sldId="2147483748"/>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627928669" sldId="2147483749"/>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1051618347" sldId="2147483750"/>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2629855423" sldId="2147483751"/>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479642345" sldId="2147483752"/>
          </pc:sldLayoutMkLst>
        </pc:sldLayoutChg>
        <pc:sldLayoutChg chg="add del mod replId">
          <pc:chgData name="Shirish Kamble" userId="S::s4974055@uq.edu.au::40d57ee5-e640-46d8-b696-01b2cc68181c" providerId="AD" clId="Web-{D0D2A758-0DA1-3135-77E2-5C36A5160D47}" dt="2026-08-24T08:55:10.073" v="3"/>
          <pc:sldLayoutMkLst>
            <pc:docMk/>
            <pc:sldMasterMk cId="560370848" sldId="2147483723"/>
            <pc:sldLayoutMk cId="2082665903" sldId="2147483753"/>
          </pc:sldLayoutMkLst>
        </pc:sldLayoutChg>
      </pc:sldMasterChg>
      <pc:sldMasterChg chg="add addSldLayout modSldLayout">
        <pc:chgData name="Shirish Kamble" userId="S::s4974055@uq.edu.au::40d57ee5-e640-46d8-b696-01b2cc68181c" providerId="AD" clId="Web-{D0D2A758-0DA1-3135-77E2-5C36A5160D47}" dt="2026-08-24T08:55:10.073" v="3"/>
        <pc:sldMasterMkLst>
          <pc:docMk/>
          <pc:sldMasterMk cId="3330205874" sldId="2147483754"/>
        </pc:sldMasterMkLst>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012596576" sldId="2147483755"/>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67746513" sldId="2147483756"/>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584793031" sldId="2147483757"/>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989763327" sldId="2147483758"/>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889416722" sldId="2147483759"/>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884256195" sldId="2147483760"/>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560356764" sldId="2147483761"/>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435092318" sldId="2147483762"/>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202876413" sldId="2147483763"/>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5452547" sldId="2147483764"/>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3500707204" sldId="2147483765"/>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785814062" sldId="2147483766"/>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023152378" sldId="2147483767"/>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435021473" sldId="2147483768"/>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678915205" sldId="2147483769"/>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266104571" sldId="2147483770"/>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830509776" sldId="2147483771"/>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742923327" sldId="2147483772"/>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915858235" sldId="2147483773"/>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3247344590" sldId="2147483774"/>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306703865" sldId="2147483775"/>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077825304" sldId="2147483776"/>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3412971283" sldId="2147483777"/>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533230242" sldId="2147483778"/>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2777787345" sldId="2147483779"/>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3499913824" sldId="2147483780"/>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4150350659" sldId="2147483781"/>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050389612" sldId="2147483782"/>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689412998" sldId="2147483783"/>
          </pc:sldLayoutMkLst>
        </pc:sldLayoutChg>
        <pc:sldLayoutChg chg="add mod replId">
          <pc:chgData name="Shirish Kamble" userId="S::s4974055@uq.edu.au::40d57ee5-e640-46d8-b696-01b2cc68181c" providerId="AD" clId="Web-{D0D2A758-0DA1-3135-77E2-5C36A5160D47}" dt="2026-08-24T08:55:10.073" v="3"/>
          <pc:sldLayoutMkLst>
            <pc:docMk/>
            <pc:sldMasterMk cId="3330205874" sldId="2147483754"/>
            <pc:sldLayoutMk cId="1477281427" sldId="2147483784"/>
          </pc:sldLayoutMkLst>
        </pc:sldLayoutChg>
      </pc:sldMasterChg>
    </pc:docChg>
  </pc:docChgLst>
  <pc:docChgLst>
    <pc:chgData name="Vim Mahakumbura" userId="d742d8eb-1b8a-4e06-893e-13481b9aa2b1" providerId="ADAL" clId="{9FB0F613-4EA5-47CC-8865-48593C89D213}"/>
    <pc:docChg chg="undo custSel addSld delSld modSld sldOrd">
      <pc:chgData name="Vim Mahakumbura" userId="d742d8eb-1b8a-4e06-893e-13481b9aa2b1" providerId="ADAL" clId="{9FB0F613-4EA5-47CC-8865-48593C89D213}" dt="2026-08-24T08:33:45.804" v="1775" actId="47"/>
      <pc:docMkLst>
        <pc:docMk/>
      </pc:docMkLst>
      <pc:sldChg chg="addSp modSp new mod">
        <pc:chgData name="Vim Mahakumbura" userId="d742d8eb-1b8a-4e06-893e-13481b9aa2b1" providerId="ADAL" clId="{9FB0F613-4EA5-47CC-8865-48593C89D213}" dt="2026-08-24T08:28:35.788" v="1463" actId="207"/>
        <pc:sldMkLst>
          <pc:docMk/>
          <pc:sldMk cId="3291430269" sldId="256"/>
        </pc:sldMkLst>
        <pc:spChg chg="mod">
          <ac:chgData name="Vim Mahakumbura" userId="d742d8eb-1b8a-4e06-893e-13481b9aa2b1" providerId="ADAL" clId="{9FB0F613-4EA5-47CC-8865-48593C89D213}" dt="2026-08-24T08:20:20.644" v="1280" actId="20577"/>
          <ac:spMkLst>
            <pc:docMk/>
            <pc:sldMk cId="3291430269" sldId="256"/>
            <ac:spMk id="2" creationId="{117233CE-08B6-7039-1406-43E434FA8F28}"/>
          </ac:spMkLst>
        </pc:spChg>
        <pc:spChg chg="add mod">
          <ac:chgData name="Vim Mahakumbura" userId="d742d8eb-1b8a-4e06-893e-13481b9aa2b1" providerId="ADAL" clId="{9FB0F613-4EA5-47CC-8865-48593C89D213}" dt="2026-08-24T08:28:35.788" v="1463" actId="207"/>
          <ac:spMkLst>
            <pc:docMk/>
            <pc:sldMk cId="3291430269" sldId="256"/>
            <ac:spMk id="4" creationId="{236C259C-FBB6-C6B1-C134-658F5EA67C8A}"/>
          </ac:spMkLst>
        </pc:spChg>
        <pc:spChg chg="mod">
          <ac:chgData name="Vim Mahakumbura" userId="d742d8eb-1b8a-4e06-893e-13481b9aa2b1" providerId="ADAL" clId="{9FB0F613-4EA5-47CC-8865-48593C89D213}" dt="2026-08-24T08:18:04.004" v="1190" actId="404"/>
          <ac:spMkLst>
            <pc:docMk/>
            <pc:sldMk cId="3291430269" sldId="256"/>
            <ac:spMk id="5" creationId="{E7ABDB73-4778-2DA8-77B6-7CABB5434089}"/>
          </ac:spMkLst>
        </pc:spChg>
        <pc:spChg chg="mod">
          <ac:chgData name="Vim Mahakumbura" userId="d742d8eb-1b8a-4e06-893e-13481b9aa2b1" providerId="ADAL" clId="{9FB0F613-4EA5-47CC-8865-48593C89D213}" dt="2026-08-24T08:20:00.807" v="1268" actId="1037"/>
          <ac:spMkLst>
            <pc:docMk/>
            <pc:sldMk cId="3291430269" sldId="256"/>
            <ac:spMk id="7" creationId="{94440068-7C20-94CF-A5BA-D3A87FFC4B33}"/>
          </ac:spMkLst>
        </pc:spChg>
        <pc:picChg chg="add mod">
          <ac:chgData name="Vim Mahakumbura" userId="d742d8eb-1b8a-4e06-893e-13481b9aa2b1" providerId="ADAL" clId="{9FB0F613-4EA5-47CC-8865-48593C89D213}" dt="2026-08-24T08:20:00.807" v="1268" actId="1037"/>
          <ac:picMkLst>
            <pc:docMk/>
            <pc:sldMk cId="3291430269" sldId="256"/>
            <ac:picMk id="3" creationId="{47C0D319-2D08-E129-7902-CEE6FB7805D5}"/>
          </ac:picMkLst>
        </pc:picChg>
      </pc:sldChg>
      <pc:sldChg chg="addSp delSp modSp new mod">
        <pc:chgData name="Vim Mahakumbura" userId="d742d8eb-1b8a-4e06-893e-13481b9aa2b1" providerId="ADAL" clId="{9FB0F613-4EA5-47CC-8865-48593C89D213}" dt="2026-08-24T08:30:10.379" v="1651" actId="1037"/>
        <pc:sldMkLst>
          <pc:docMk/>
          <pc:sldMk cId="2037775068" sldId="257"/>
        </pc:sldMkLst>
        <pc:spChg chg="mod">
          <ac:chgData name="Vim Mahakumbura" userId="d742d8eb-1b8a-4e06-893e-13481b9aa2b1" providerId="ADAL" clId="{9FB0F613-4EA5-47CC-8865-48593C89D213}" dt="2026-08-24T08:28:55.232" v="1466" actId="1076"/>
          <ac:spMkLst>
            <pc:docMk/>
            <pc:sldMk cId="2037775068" sldId="257"/>
            <ac:spMk id="2" creationId="{F196C71E-8565-3158-7386-4CFDAFBB06F2}"/>
          </ac:spMkLst>
        </pc:spChg>
        <pc:spChg chg="mod">
          <ac:chgData name="Vim Mahakumbura" userId="d742d8eb-1b8a-4e06-893e-13481b9aa2b1" providerId="ADAL" clId="{9FB0F613-4EA5-47CC-8865-48593C89D213}" dt="2026-08-24T08:24:23.906" v="1438" actId="1076"/>
          <ac:spMkLst>
            <pc:docMk/>
            <pc:sldMk cId="2037775068" sldId="257"/>
            <ac:spMk id="6" creationId="{C3A397C2-4C58-679F-0DA1-AA87B53F17A7}"/>
          </ac:spMkLst>
        </pc:spChg>
        <pc:spChg chg="mod">
          <ac:chgData name="Vim Mahakumbura" userId="d742d8eb-1b8a-4e06-893e-13481b9aa2b1" providerId="ADAL" clId="{9FB0F613-4EA5-47CC-8865-48593C89D213}" dt="2026-08-24T08:24:48.139" v="1451" actId="1076"/>
          <ac:spMkLst>
            <pc:docMk/>
            <pc:sldMk cId="2037775068" sldId="257"/>
            <ac:spMk id="7" creationId="{77F44CB9-E46F-DE9F-A3B9-53DCEAFDD70E}"/>
          </ac:spMkLst>
        </pc:spChg>
        <pc:spChg chg="mod">
          <ac:chgData name="Vim Mahakumbura" userId="d742d8eb-1b8a-4e06-893e-13481b9aa2b1" providerId="ADAL" clId="{9FB0F613-4EA5-47CC-8865-48593C89D213}" dt="2026-08-24T08:23:44.373" v="1424" actId="14100"/>
          <ac:spMkLst>
            <pc:docMk/>
            <pc:sldMk cId="2037775068" sldId="257"/>
            <ac:spMk id="8" creationId="{D9508618-000A-735A-E423-28C34E251090}"/>
          </ac:spMkLst>
        </pc:spChg>
        <pc:spChg chg="mod">
          <ac:chgData name="Vim Mahakumbura" userId="d742d8eb-1b8a-4e06-893e-13481b9aa2b1" providerId="ADAL" clId="{9FB0F613-4EA5-47CC-8865-48593C89D213}" dt="2026-08-24T08:24:19.423" v="1437" actId="1076"/>
          <ac:spMkLst>
            <pc:docMk/>
            <pc:sldMk cId="2037775068" sldId="257"/>
            <ac:spMk id="9" creationId="{025461E9-3423-C59F-7D97-B6C8205F7205}"/>
          </ac:spMkLst>
        </pc:spChg>
        <pc:spChg chg="mod">
          <ac:chgData name="Vim Mahakumbura" userId="d742d8eb-1b8a-4e06-893e-13481b9aa2b1" providerId="ADAL" clId="{9FB0F613-4EA5-47CC-8865-48593C89D213}" dt="2026-08-24T08:24:46.489" v="1450" actId="1076"/>
          <ac:spMkLst>
            <pc:docMk/>
            <pc:sldMk cId="2037775068" sldId="257"/>
            <ac:spMk id="10" creationId="{2636382D-1691-092A-980B-662AD341234A}"/>
          </ac:spMkLst>
        </pc:spChg>
        <pc:spChg chg="add mod">
          <ac:chgData name="Vim Mahakumbura" userId="d742d8eb-1b8a-4e06-893e-13481b9aa2b1" providerId="ADAL" clId="{9FB0F613-4EA5-47CC-8865-48593C89D213}" dt="2026-08-24T08:13:29.213" v="1163" actId="1076"/>
          <ac:spMkLst>
            <pc:docMk/>
            <pc:sldMk cId="2037775068" sldId="257"/>
            <ac:spMk id="12" creationId="{D2A9EEBE-48CF-6B69-DCB7-F6DADFE7E06C}"/>
          </ac:spMkLst>
        </pc:spChg>
        <pc:spChg chg="add mod">
          <ac:chgData name="Vim Mahakumbura" userId="d742d8eb-1b8a-4e06-893e-13481b9aa2b1" providerId="ADAL" clId="{9FB0F613-4EA5-47CC-8865-48593C89D213}" dt="2026-08-24T08:13:34.139" v="1164" actId="1076"/>
          <ac:spMkLst>
            <pc:docMk/>
            <pc:sldMk cId="2037775068" sldId="257"/>
            <ac:spMk id="14" creationId="{29FBF4B6-B4A6-0BF7-336F-1BFCD99DD761}"/>
          </ac:spMkLst>
        </pc:spChg>
        <pc:spChg chg="add mod">
          <ac:chgData name="Vim Mahakumbura" userId="d742d8eb-1b8a-4e06-893e-13481b9aa2b1" providerId="ADAL" clId="{9FB0F613-4EA5-47CC-8865-48593C89D213}" dt="2026-08-24T08:13:22.273" v="1160" actId="1076"/>
          <ac:spMkLst>
            <pc:docMk/>
            <pc:sldMk cId="2037775068" sldId="257"/>
            <ac:spMk id="16" creationId="{AB967543-AC96-D504-ACF2-33DCC8400B97}"/>
          </ac:spMkLst>
        </pc:spChg>
        <pc:spChg chg="add mod">
          <ac:chgData name="Vim Mahakumbura" userId="d742d8eb-1b8a-4e06-893e-13481b9aa2b1" providerId="ADAL" clId="{9FB0F613-4EA5-47CC-8865-48593C89D213}" dt="2026-08-24T08:12:43.057" v="1143" actId="1076"/>
          <ac:spMkLst>
            <pc:docMk/>
            <pc:sldMk cId="2037775068" sldId="257"/>
            <ac:spMk id="18" creationId="{16C68B41-4C58-6D06-5166-1BC4D7F4F817}"/>
          </ac:spMkLst>
        </pc:spChg>
        <pc:spChg chg="add mod">
          <ac:chgData name="Vim Mahakumbura" userId="d742d8eb-1b8a-4e06-893e-13481b9aa2b1" providerId="ADAL" clId="{9FB0F613-4EA5-47CC-8865-48593C89D213}" dt="2026-08-24T08:13:36.155" v="1165" actId="1076"/>
          <ac:spMkLst>
            <pc:docMk/>
            <pc:sldMk cId="2037775068" sldId="257"/>
            <ac:spMk id="20" creationId="{7B7D31E6-3664-4095-FCB5-8EBD1EF0A7DD}"/>
          </ac:spMkLst>
        </pc:spChg>
        <pc:spChg chg="add mod">
          <ac:chgData name="Vim Mahakumbura" userId="d742d8eb-1b8a-4e06-893e-13481b9aa2b1" providerId="ADAL" clId="{9FB0F613-4EA5-47CC-8865-48593C89D213}" dt="2026-08-24T08:23:35.792" v="1421" actId="404"/>
          <ac:spMkLst>
            <pc:docMk/>
            <pc:sldMk cId="2037775068" sldId="257"/>
            <ac:spMk id="22" creationId="{D202EFE5-C484-3D5E-183E-FABFE3C9F9AE}"/>
          </ac:spMkLst>
        </pc:spChg>
        <pc:spChg chg="add mod">
          <ac:chgData name="Vim Mahakumbura" userId="d742d8eb-1b8a-4e06-893e-13481b9aa2b1" providerId="ADAL" clId="{9FB0F613-4EA5-47CC-8865-48593C89D213}" dt="2026-08-24T08:24:44.739" v="1449" actId="14100"/>
          <ac:spMkLst>
            <pc:docMk/>
            <pc:sldMk cId="2037775068" sldId="257"/>
            <ac:spMk id="24" creationId="{F622FA80-C7FB-BC37-90F6-E64893B7DBC9}"/>
          </ac:spMkLst>
        </pc:spChg>
        <pc:spChg chg="add mod">
          <ac:chgData name="Vim Mahakumbura" userId="d742d8eb-1b8a-4e06-893e-13481b9aa2b1" providerId="ADAL" clId="{9FB0F613-4EA5-47CC-8865-48593C89D213}" dt="2026-08-24T08:24:28.790" v="1440" actId="1076"/>
          <ac:spMkLst>
            <pc:docMk/>
            <pc:sldMk cId="2037775068" sldId="257"/>
            <ac:spMk id="26" creationId="{B06308E3-51DE-4046-8DB3-CC2F87D67863}"/>
          </ac:spMkLst>
        </pc:spChg>
        <pc:spChg chg="add del">
          <ac:chgData name="Vim Mahakumbura" userId="d742d8eb-1b8a-4e06-893e-13481b9aa2b1" providerId="ADAL" clId="{9FB0F613-4EA5-47CC-8865-48593C89D213}" dt="2026-08-24T08:28:50.978" v="1465" actId="22"/>
          <ac:spMkLst>
            <pc:docMk/>
            <pc:sldMk cId="2037775068" sldId="257"/>
            <ac:spMk id="28" creationId="{1188551F-5D9C-1362-7E79-28B5FC8F31B5}"/>
          </ac:spMkLst>
        </pc:spChg>
        <pc:picChg chg="add">
          <ac:chgData name="Vim Mahakumbura" userId="d742d8eb-1b8a-4e06-893e-13481b9aa2b1" providerId="ADAL" clId="{9FB0F613-4EA5-47CC-8865-48593C89D213}" dt="2026-08-24T08:06:24.055" v="1009"/>
          <ac:picMkLst>
            <pc:docMk/>
            <pc:sldMk cId="2037775068" sldId="257"/>
            <ac:picMk id="3" creationId="{3E4C59BF-3149-BA1E-64F3-051BC069922D}"/>
          </ac:picMkLst>
        </pc:picChg>
        <pc:picChg chg="add del mod">
          <ac:chgData name="Vim Mahakumbura" userId="d742d8eb-1b8a-4e06-893e-13481b9aa2b1" providerId="ADAL" clId="{9FB0F613-4EA5-47CC-8865-48593C89D213}" dt="2026-08-24T08:07:50.372" v="1014" actId="478"/>
          <ac:picMkLst>
            <pc:docMk/>
            <pc:sldMk cId="2037775068" sldId="257"/>
            <ac:picMk id="4" creationId="{C479F7AC-9A7C-CA33-3339-ACC4DFA6198B}"/>
          </ac:picMkLst>
        </pc:picChg>
        <pc:picChg chg="add mod ord">
          <ac:chgData name="Vim Mahakumbura" userId="d742d8eb-1b8a-4e06-893e-13481b9aa2b1" providerId="ADAL" clId="{9FB0F613-4EA5-47CC-8865-48593C89D213}" dt="2026-08-24T08:24:30.525" v="1442" actId="1076"/>
          <ac:picMkLst>
            <pc:docMk/>
            <pc:sldMk cId="2037775068" sldId="257"/>
            <ac:picMk id="5" creationId="{B5BC7405-AFDA-8F7E-6575-FDF67FAF4AEB}"/>
          </ac:picMkLst>
        </pc:picChg>
        <pc:cxnChg chg="add mod">
          <ac:chgData name="Vim Mahakumbura" userId="d742d8eb-1b8a-4e06-893e-13481b9aa2b1" providerId="ADAL" clId="{9FB0F613-4EA5-47CC-8865-48593C89D213}" dt="2026-08-24T08:30:08.673" v="1650" actId="1037"/>
          <ac:cxnSpMkLst>
            <pc:docMk/>
            <pc:sldMk cId="2037775068" sldId="257"/>
            <ac:cxnSpMk id="30" creationId="{9F398159-12BC-095C-EB34-69D70A3D0CB6}"/>
          </ac:cxnSpMkLst>
        </pc:cxnChg>
        <pc:cxnChg chg="add mod">
          <ac:chgData name="Vim Mahakumbura" userId="d742d8eb-1b8a-4e06-893e-13481b9aa2b1" providerId="ADAL" clId="{9FB0F613-4EA5-47CC-8865-48593C89D213}" dt="2026-08-24T08:30:10.379" v="1651" actId="1037"/>
          <ac:cxnSpMkLst>
            <pc:docMk/>
            <pc:sldMk cId="2037775068" sldId="257"/>
            <ac:cxnSpMk id="31" creationId="{54B13109-25F1-A0A6-5C1A-B64E1111910F}"/>
          </ac:cxnSpMkLst>
        </pc:cxnChg>
      </pc:sldChg>
      <pc:sldChg chg="addSp modSp new del mod">
        <pc:chgData name="Vim Mahakumbura" userId="d742d8eb-1b8a-4e06-893e-13481b9aa2b1" providerId="ADAL" clId="{9FB0F613-4EA5-47CC-8865-48593C89D213}" dt="2026-08-24T08:01:14.336" v="1006" actId="47"/>
        <pc:sldMkLst>
          <pc:docMk/>
          <pc:sldMk cId="548884046" sldId="258"/>
        </pc:sldMkLst>
      </pc:sldChg>
      <pc:sldChg chg="addSp modSp new del mod">
        <pc:chgData name="Vim Mahakumbura" userId="d742d8eb-1b8a-4e06-893e-13481b9aa2b1" providerId="ADAL" clId="{9FB0F613-4EA5-47CC-8865-48593C89D213}" dt="2026-08-24T08:01:21.870" v="1007" actId="47"/>
        <pc:sldMkLst>
          <pc:docMk/>
          <pc:sldMk cId="1550743715" sldId="259"/>
        </pc:sldMkLst>
      </pc:sldChg>
      <pc:sldChg chg="addSp modSp new mod">
        <pc:chgData name="Vim Mahakumbura" userId="d742d8eb-1b8a-4e06-893e-13481b9aa2b1" providerId="ADAL" clId="{9FB0F613-4EA5-47CC-8865-48593C89D213}" dt="2026-08-24T08:32:07.822" v="1765"/>
        <pc:sldMkLst>
          <pc:docMk/>
          <pc:sldMk cId="935523701" sldId="260"/>
        </pc:sldMkLst>
        <pc:spChg chg="mod">
          <ac:chgData name="Vim Mahakumbura" userId="d742d8eb-1b8a-4e06-893e-13481b9aa2b1" providerId="ADAL" clId="{9FB0F613-4EA5-47CC-8865-48593C89D213}" dt="2026-08-20T09:56:56.179" v="617" actId="20577"/>
          <ac:spMkLst>
            <pc:docMk/>
            <pc:sldMk cId="935523701" sldId="260"/>
            <ac:spMk id="2" creationId="{75AEA72F-761D-0998-6F86-BBB6EDE666E3}"/>
          </ac:spMkLst>
        </pc:spChg>
        <pc:spChg chg="mod">
          <ac:chgData name="Vim Mahakumbura" userId="d742d8eb-1b8a-4e06-893e-13481b9aa2b1" providerId="ADAL" clId="{9FB0F613-4EA5-47CC-8865-48593C89D213}" dt="2026-08-20T09:57:53.510" v="634" actId="114"/>
          <ac:spMkLst>
            <pc:docMk/>
            <pc:sldMk cId="935523701" sldId="260"/>
            <ac:spMk id="3" creationId="{F683B02E-F373-2C0D-D5F1-DF05A0358B9E}"/>
          </ac:spMkLst>
        </pc:spChg>
        <pc:spChg chg="add">
          <ac:chgData name="Vim Mahakumbura" userId="d742d8eb-1b8a-4e06-893e-13481b9aa2b1" providerId="ADAL" clId="{9FB0F613-4EA5-47CC-8865-48593C89D213}" dt="2026-08-20T10:01:10.744" v="912" actId="22"/>
          <ac:spMkLst>
            <pc:docMk/>
            <pc:sldMk cId="935523701" sldId="260"/>
            <ac:spMk id="5" creationId="{F6C79C76-8286-9985-7757-57F8A85E5DE6}"/>
          </ac:spMkLst>
        </pc:spChg>
        <pc:cxnChg chg="add mod">
          <ac:chgData name="Vim Mahakumbura" userId="d742d8eb-1b8a-4e06-893e-13481b9aa2b1" providerId="ADAL" clId="{9FB0F613-4EA5-47CC-8865-48593C89D213}" dt="2026-08-24T08:32:07.822" v="1765"/>
          <ac:cxnSpMkLst>
            <pc:docMk/>
            <pc:sldMk cId="935523701" sldId="260"/>
            <ac:cxnSpMk id="4" creationId="{E782D89C-8BC3-EBF7-1730-C5FD54D9ADF6}"/>
          </ac:cxnSpMkLst>
        </pc:cxnChg>
        <pc:cxnChg chg="add mod">
          <ac:chgData name="Vim Mahakumbura" userId="d742d8eb-1b8a-4e06-893e-13481b9aa2b1" providerId="ADAL" clId="{9FB0F613-4EA5-47CC-8865-48593C89D213}" dt="2026-08-24T08:32:07.822" v="1765"/>
          <ac:cxnSpMkLst>
            <pc:docMk/>
            <pc:sldMk cId="935523701" sldId="260"/>
            <ac:cxnSpMk id="6" creationId="{0207837F-2488-335B-B978-4FBBDC2E0798}"/>
          </ac:cxnSpMkLst>
        </pc:cxnChg>
      </pc:sldChg>
      <pc:sldChg chg="addSp modSp new del mod">
        <pc:chgData name="Vim Mahakumbura" userId="d742d8eb-1b8a-4e06-893e-13481b9aa2b1" providerId="ADAL" clId="{9FB0F613-4EA5-47CC-8865-48593C89D213}" dt="2026-08-24T08:01:35.424" v="1008" actId="47"/>
        <pc:sldMkLst>
          <pc:docMk/>
          <pc:sldMk cId="2390027021" sldId="261"/>
        </pc:sldMkLst>
      </pc:sldChg>
      <pc:sldChg chg="addSp delSp modSp add del mod ord">
        <pc:chgData name="Vim Mahakumbura" userId="d742d8eb-1b8a-4e06-893e-13481b9aa2b1" providerId="ADAL" clId="{9FB0F613-4EA5-47CC-8865-48593C89D213}" dt="2026-08-24T08:00:59.770" v="1005" actId="47"/>
        <pc:sldMkLst>
          <pc:docMk/>
          <pc:sldMk cId="3251886831" sldId="262"/>
        </pc:sldMkLst>
      </pc:sldChg>
      <pc:sldChg chg="del mod modShow">
        <pc:chgData name="Vim Mahakumbura" userId="d742d8eb-1b8a-4e06-893e-13481b9aa2b1" providerId="ADAL" clId="{9FB0F613-4EA5-47CC-8865-48593C89D213}" dt="2026-08-24T08:33:45.804" v="1775" actId="47"/>
        <pc:sldMkLst>
          <pc:docMk/>
          <pc:sldMk cId="2951960762" sldId="263"/>
        </pc:sldMkLst>
      </pc:sldChg>
      <pc:sldChg chg="addSp modSp">
        <pc:chgData name="Vim Mahakumbura" userId="d742d8eb-1b8a-4e06-893e-13481b9aa2b1" providerId="ADAL" clId="{9FB0F613-4EA5-47CC-8865-48593C89D213}" dt="2026-08-24T08:32:09.805" v="1766"/>
        <pc:sldMkLst>
          <pc:docMk/>
          <pc:sldMk cId="1016914343" sldId="264"/>
        </pc:sldMkLst>
        <pc:cxnChg chg="add mod">
          <ac:chgData name="Vim Mahakumbura" userId="d742d8eb-1b8a-4e06-893e-13481b9aa2b1" providerId="ADAL" clId="{9FB0F613-4EA5-47CC-8865-48593C89D213}" dt="2026-08-24T08:32:09.805" v="1766"/>
          <ac:cxnSpMkLst>
            <pc:docMk/>
            <pc:sldMk cId="1016914343" sldId="264"/>
            <ac:cxnSpMk id="5" creationId="{ED23FA0C-5EFD-20F2-C05D-DF4451EF190B}"/>
          </ac:cxnSpMkLst>
        </pc:cxnChg>
        <pc:cxnChg chg="add mod">
          <ac:chgData name="Vim Mahakumbura" userId="d742d8eb-1b8a-4e06-893e-13481b9aa2b1" providerId="ADAL" clId="{9FB0F613-4EA5-47CC-8865-48593C89D213}" dt="2026-08-24T08:32:09.805" v="1766"/>
          <ac:cxnSpMkLst>
            <pc:docMk/>
            <pc:sldMk cId="1016914343" sldId="264"/>
            <ac:cxnSpMk id="30" creationId="{A5FB0E6B-531C-C14D-7B8D-3B4401DBB5EB}"/>
          </ac:cxnSpMkLst>
        </pc:cxnChg>
      </pc:sldChg>
      <pc:sldChg chg="del">
        <pc:chgData name="Vim Mahakumbura" userId="d742d8eb-1b8a-4e06-893e-13481b9aa2b1" providerId="ADAL" clId="{9FB0F613-4EA5-47CC-8865-48593C89D213}" dt="2026-08-24T08:25:53.237" v="1453" actId="47"/>
        <pc:sldMkLst>
          <pc:docMk/>
          <pc:sldMk cId="1498516157" sldId="265"/>
        </pc:sldMkLst>
      </pc:sldChg>
      <pc:sldChg chg="del">
        <pc:chgData name="Vim Mahakumbura" userId="d742d8eb-1b8a-4e06-893e-13481b9aa2b1" providerId="ADAL" clId="{9FB0F613-4EA5-47CC-8865-48593C89D213}" dt="2026-08-24T08:20:36.519" v="1281" actId="47"/>
        <pc:sldMkLst>
          <pc:docMk/>
          <pc:sldMk cId="1945292269" sldId="266"/>
        </pc:sldMkLst>
      </pc:sldChg>
      <pc:sldChg chg="addSp delSp modSp mod modNotesTx">
        <pc:chgData name="Vim Mahakumbura" userId="d742d8eb-1b8a-4e06-893e-13481b9aa2b1" providerId="ADAL" clId="{9FB0F613-4EA5-47CC-8865-48593C89D213}" dt="2026-08-24T08:33:41.505" v="1774" actId="20577"/>
        <pc:sldMkLst>
          <pc:docMk/>
          <pc:sldMk cId="2669147823" sldId="267"/>
        </pc:sldMkLst>
        <pc:spChg chg="mod">
          <ac:chgData name="Vim Mahakumbura" userId="d742d8eb-1b8a-4e06-893e-13481b9aa2b1" providerId="ADAL" clId="{9FB0F613-4EA5-47CC-8865-48593C89D213}" dt="2026-08-24T08:30:30.022" v="1655" actId="1076"/>
          <ac:spMkLst>
            <pc:docMk/>
            <pc:sldMk cId="2669147823" sldId="267"/>
            <ac:spMk id="2" creationId="{FC0220E1-92BD-FA0B-B8B1-D52E70151329}"/>
          </ac:spMkLst>
        </pc:spChg>
        <pc:spChg chg="mod">
          <ac:chgData name="Vim Mahakumbura" userId="d742d8eb-1b8a-4e06-893e-13481b9aa2b1" providerId="ADAL" clId="{9FB0F613-4EA5-47CC-8865-48593C89D213}" dt="2026-08-24T08:31:14.505" v="1749" actId="1037"/>
          <ac:spMkLst>
            <pc:docMk/>
            <pc:sldMk cId="2669147823" sldId="267"/>
            <ac:spMk id="7" creationId="{8050B3F9-E044-FE64-0887-335EC38C381E}"/>
          </ac:spMkLst>
        </pc:spChg>
        <pc:spChg chg="mod">
          <ac:chgData name="Vim Mahakumbura" userId="d742d8eb-1b8a-4e06-893e-13481b9aa2b1" providerId="ADAL" clId="{9FB0F613-4EA5-47CC-8865-48593C89D213}" dt="2026-08-24T08:31:24.073" v="1764" actId="1037"/>
          <ac:spMkLst>
            <pc:docMk/>
            <pc:sldMk cId="2669147823" sldId="267"/>
            <ac:spMk id="11" creationId="{C64D74CA-3434-AA7C-F696-AB1522945936}"/>
          </ac:spMkLst>
        </pc:spChg>
        <pc:spChg chg="mod">
          <ac:chgData name="Vim Mahakumbura" userId="d742d8eb-1b8a-4e06-893e-13481b9aa2b1" providerId="ADAL" clId="{9FB0F613-4EA5-47CC-8865-48593C89D213}" dt="2026-08-24T08:31:19.267" v="1757" actId="1037"/>
          <ac:spMkLst>
            <pc:docMk/>
            <pc:sldMk cId="2669147823" sldId="267"/>
            <ac:spMk id="15" creationId="{55894067-B958-1011-14F0-3BF85F8AA865}"/>
          </ac:spMkLst>
        </pc:spChg>
        <pc:spChg chg="add del">
          <ac:chgData name="Vim Mahakumbura" userId="d742d8eb-1b8a-4e06-893e-13481b9aa2b1" providerId="ADAL" clId="{9FB0F613-4EA5-47CC-8865-48593C89D213}" dt="2026-08-24T08:31:02.906" v="1708" actId="34122"/>
          <ac:spMkLst>
            <pc:docMk/>
            <pc:sldMk cId="2669147823" sldId="267"/>
            <ac:spMk id="23" creationId="{39A3E47D-257C-4E8F-8309-CB18A93BF64D}"/>
          </ac:spMkLst>
        </pc:spChg>
        <pc:spChg chg="add del">
          <ac:chgData name="Vim Mahakumbura" userId="d742d8eb-1b8a-4e06-893e-13481b9aa2b1" providerId="ADAL" clId="{9FB0F613-4EA5-47CC-8865-48593C89D213}" dt="2026-08-24T08:31:00.373" v="1706" actId="34122"/>
          <ac:spMkLst>
            <pc:docMk/>
            <pc:sldMk cId="2669147823" sldId="267"/>
            <ac:spMk id="23" creationId="{6F47AB65-2492-4DE6-B422-BFD4DBB823D1}"/>
          </ac:spMkLst>
        </pc:spChg>
        <pc:spChg chg="mod">
          <ac:chgData name="Vim Mahakumbura" userId="d742d8eb-1b8a-4e06-893e-13481b9aa2b1" providerId="ADAL" clId="{9FB0F613-4EA5-47CC-8865-48593C89D213}" dt="2026-08-24T08:31:14.505" v="1749" actId="1037"/>
          <ac:spMkLst>
            <pc:docMk/>
            <pc:sldMk cId="2669147823" sldId="267"/>
            <ac:spMk id="25" creationId="{56501C58-8839-B03F-ADB8-3576ECBC669E}"/>
          </ac:spMkLst>
        </pc:spChg>
        <pc:spChg chg="mod">
          <ac:chgData name="Vim Mahakumbura" userId="d742d8eb-1b8a-4e06-893e-13481b9aa2b1" providerId="ADAL" clId="{9FB0F613-4EA5-47CC-8865-48593C89D213}" dt="2026-08-24T08:31:19.267" v="1757" actId="1037"/>
          <ac:spMkLst>
            <pc:docMk/>
            <pc:sldMk cId="2669147823" sldId="267"/>
            <ac:spMk id="35" creationId="{8A531D50-7362-1783-0B8F-4DDD7B37C956}"/>
          </ac:spMkLst>
        </pc:spChg>
        <pc:spChg chg="mod">
          <ac:chgData name="Vim Mahakumbura" userId="d742d8eb-1b8a-4e06-893e-13481b9aa2b1" providerId="ADAL" clId="{9FB0F613-4EA5-47CC-8865-48593C89D213}" dt="2026-08-24T08:31:24.073" v="1764" actId="1037"/>
          <ac:spMkLst>
            <pc:docMk/>
            <pc:sldMk cId="2669147823" sldId="267"/>
            <ac:spMk id="36" creationId="{D3E7DCEC-886E-E45D-E336-56979A4F1DCD}"/>
          </ac:spMkLst>
        </pc:spChg>
        <pc:picChg chg="mod">
          <ac:chgData name="Vim Mahakumbura" userId="d742d8eb-1b8a-4e06-893e-13481b9aa2b1" providerId="ADAL" clId="{9FB0F613-4EA5-47CC-8865-48593C89D213}" dt="2026-08-24T08:31:14.505" v="1749" actId="1037"/>
          <ac:picMkLst>
            <pc:docMk/>
            <pc:sldMk cId="2669147823" sldId="267"/>
            <ac:picMk id="9" creationId="{00CEE301-50B9-FAB9-AB47-9907AD725222}"/>
          </ac:picMkLst>
        </pc:picChg>
        <pc:picChg chg="mod">
          <ac:chgData name="Vim Mahakumbura" userId="d742d8eb-1b8a-4e06-893e-13481b9aa2b1" providerId="ADAL" clId="{9FB0F613-4EA5-47CC-8865-48593C89D213}" dt="2026-08-24T08:31:19.267" v="1757" actId="1037"/>
          <ac:picMkLst>
            <pc:docMk/>
            <pc:sldMk cId="2669147823" sldId="267"/>
            <ac:picMk id="13" creationId="{9F31A8EA-0EEC-CB3B-5ACE-F8F55D7587A1}"/>
          </ac:picMkLst>
        </pc:picChg>
        <pc:picChg chg="mod">
          <ac:chgData name="Vim Mahakumbura" userId="d742d8eb-1b8a-4e06-893e-13481b9aa2b1" providerId="ADAL" clId="{9FB0F613-4EA5-47CC-8865-48593C89D213}" dt="2026-08-24T08:31:24.073" v="1764" actId="1037"/>
          <ac:picMkLst>
            <pc:docMk/>
            <pc:sldMk cId="2669147823" sldId="267"/>
            <ac:picMk id="21" creationId="{F943E1D7-9EF9-3025-CBB6-5010C180A1E4}"/>
          </ac:picMkLst>
        </pc:picChg>
        <pc:inkChg chg="add del mod">
          <ac:chgData name="Vim Mahakumbura" userId="d742d8eb-1b8a-4e06-893e-13481b9aa2b1" providerId="ADAL" clId="{9FB0F613-4EA5-47CC-8865-48593C89D213}" dt="2026-08-24T08:31:14.505" v="1749" actId="1037"/>
          <ac:inkMkLst>
            <pc:docMk/>
            <pc:sldMk cId="2669147823" sldId="267"/>
            <ac:inkMk id="41" creationId="{FA8AF820-6F80-6E35-6799-083F75973856}"/>
          </ac:inkMkLst>
        </pc:inkChg>
        <pc:inkChg chg="mod">
          <ac:chgData name="Vim Mahakumbura" userId="d742d8eb-1b8a-4e06-893e-13481b9aa2b1" providerId="ADAL" clId="{9FB0F613-4EA5-47CC-8865-48593C89D213}" dt="2026-08-24T08:31:19.267" v="1757" actId="1037"/>
          <ac:inkMkLst>
            <pc:docMk/>
            <pc:sldMk cId="2669147823" sldId="267"/>
            <ac:inkMk id="44" creationId="{AFBF1A90-40D9-8318-A1AC-8F430564AB8B}"/>
          </ac:inkMkLst>
        </pc:inkChg>
        <pc:inkChg chg="mod">
          <ac:chgData name="Vim Mahakumbura" userId="d742d8eb-1b8a-4e06-893e-13481b9aa2b1" providerId="ADAL" clId="{9FB0F613-4EA5-47CC-8865-48593C89D213}" dt="2026-08-24T08:31:24.073" v="1764" actId="1037"/>
          <ac:inkMkLst>
            <pc:docMk/>
            <pc:sldMk cId="2669147823" sldId="267"/>
            <ac:inkMk id="45" creationId="{7446BF6E-2EA0-F026-E1FA-322D34481B2C}"/>
          </ac:inkMkLst>
        </pc:inkChg>
        <pc:cxnChg chg="add mod">
          <ac:chgData name="Vim Mahakumbura" userId="d742d8eb-1b8a-4e06-893e-13481b9aa2b1" providerId="ADAL" clId="{9FB0F613-4EA5-47CC-8865-48593C89D213}" dt="2026-08-24T08:30:24.522" v="1654"/>
          <ac:cxnSpMkLst>
            <pc:docMk/>
            <pc:sldMk cId="2669147823" sldId="267"/>
            <ac:cxnSpMk id="3" creationId="{B6FC73FB-56AF-51CF-2AA5-6CA033B73CB5}"/>
          </ac:cxnSpMkLst>
        </pc:cxnChg>
        <pc:cxnChg chg="add mod">
          <ac:chgData name="Vim Mahakumbura" userId="d742d8eb-1b8a-4e06-893e-13481b9aa2b1" providerId="ADAL" clId="{9FB0F613-4EA5-47CC-8865-48593C89D213}" dt="2026-08-24T08:30:24.522" v="1654"/>
          <ac:cxnSpMkLst>
            <pc:docMk/>
            <pc:sldMk cId="2669147823" sldId="267"/>
            <ac:cxnSpMk id="4" creationId="{CF8A6DB0-EC74-662D-A7F3-3B2D2C7BC836}"/>
          </ac:cxnSpMkLst>
        </pc:cxnChg>
      </pc:sldChg>
      <pc:sldChg chg="addSp modSp add setBg">
        <pc:chgData name="Vim Mahakumbura" userId="d742d8eb-1b8a-4e06-893e-13481b9aa2b1" providerId="ADAL" clId="{9FB0F613-4EA5-47CC-8865-48593C89D213}" dt="2026-08-24T08:30:17.048" v="1652"/>
        <pc:sldMkLst>
          <pc:docMk/>
          <pc:sldMk cId="0" sldId="269"/>
        </pc:sldMkLst>
        <pc:cxnChg chg="add mod">
          <ac:chgData name="Vim Mahakumbura" userId="d742d8eb-1b8a-4e06-893e-13481b9aa2b1" providerId="ADAL" clId="{9FB0F613-4EA5-47CC-8865-48593C89D213}" dt="2026-08-24T08:30:17.048" v="1652"/>
          <ac:cxnSpMkLst>
            <pc:docMk/>
            <pc:sldMk cId="0" sldId="269"/>
            <ac:cxnSpMk id="5" creationId="{2B9CF8AE-1C63-855E-86B8-72D9E784FE66}"/>
          </ac:cxnSpMkLst>
        </pc:cxnChg>
        <pc:cxnChg chg="add mod">
          <ac:chgData name="Vim Mahakumbura" userId="d742d8eb-1b8a-4e06-893e-13481b9aa2b1" providerId="ADAL" clId="{9FB0F613-4EA5-47CC-8865-48593C89D213}" dt="2026-08-24T08:30:17.048" v="1652"/>
          <ac:cxnSpMkLst>
            <pc:docMk/>
            <pc:sldMk cId="0" sldId="269"/>
            <ac:cxnSpMk id="6" creationId="{B4DD0887-7A31-3877-8373-CD8AE0C81694}"/>
          </ac:cxnSpMkLst>
        </pc:cxnChg>
      </pc:sldChg>
    </pc:docChg>
  </pc:docChgLst>
  <pc:docChgLst>
    <pc:chgData name="Vim Mahakumbura" userId="S::s4982539@uq.edu.au::d742d8eb-1b8a-4e06-893e-13481b9aa2b1" providerId="AD" clId="Web-{96D5FF4F-C893-BB91-0482-8A8F0C048FDD}"/>
    <pc:docChg chg="modSld">
      <pc:chgData name="Vim Mahakumbura" userId="S::s4982539@uq.edu.au::d742d8eb-1b8a-4e06-893e-13481b9aa2b1" providerId="AD" clId="Web-{96D5FF4F-C893-BB91-0482-8A8F0C048FDD}" dt="2026-08-23T22:15:53.403" v="44"/>
      <pc:docMkLst>
        <pc:docMk/>
      </pc:docMkLst>
      <pc:sldChg chg="modNotes">
        <pc:chgData name="Vim Mahakumbura" userId="S::s4982539@uq.edu.au::d742d8eb-1b8a-4e06-893e-13481b9aa2b1" providerId="AD" clId="Web-{96D5FF4F-C893-BB91-0482-8A8F0C048FDD}" dt="2026-08-23T22:15:53.403" v="44"/>
        <pc:sldMkLst>
          <pc:docMk/>
          <pc:sldMk cId="2037775068" sldId="257"/>
        </pc:sldMkLst>
      </pc:sldChg>
      <pc:sldChg chg="modSp">
        <pc:chgData name="Vim Mahakumbura" userId="S::s4982539@uq.edu.au::d742d8eb-1b8a-4e06-893e-13481b9aa2b1" providerId="AD" clId="Web-{96D5FF4F-C893-BB91-0482-8A8F0C048FDD}" dt="2026-08-23T22:14:07.962" v="43" actId="20577"/>
        <pc:sldMkLst>
          <pc:docMk/>
          <pc:sldMk cId="1945292269" sldId="266"/>
        </pc:sldMkLst>
        <pc:spChg chg="mod">
          <ac:chgData name="Vim Mahakumbura" userId="S::s4982539@uq.edu.au::d742d8eb-1b8a-4e06-893e-13481b9aa2b1" providerId="AD" clId="Web-{96D5FF4F-C893-BB91-0482-8A8F0C048FDD}" dt="2026-08-23T22:14:07.962" v="43" actId="20577"/>
          <ac:spMkLst>
            <pc:docMk/>
            <pc:sldMk cId="1945292269" sldId="266"/>
            <ac:spMk id="6" creationId="{9657C79F-197C-BB14-64ED-CED33032242C}"/>
          </ac:spMkLst>
        </pc:spChg>
      </pc:sldChg>
    </pc:docChg>
  </pc:docChgLst>
  <pc:docChgLst>
    <pc:chgData name="Vim Mahakumbura" userId="S::s4982539@uq.edu.au::d742d8eb-1b8a-4e06-893e-13481b9aa2b1" providerId="AD" clId="Web-{C2F348AD-1B56-4FF6-83A7-B6F355D946D8}"/>
    <pc:docChg chg="mod addSld delSld modSld">
      <pc:chgData name="Vim Mahakumbura" userId="S::s4982539@uq.edu.au::d742d8eb-1b8a-4e06-893e-13481b9aa2b1" providerId="AD" clId="Web-{C2F348AD-1B56-4FF6-83A7-B6F355D946D8}" dt="2026-08-23T08:59:00.247" v="2214" actId="1076"/>
      <pc:docMkLst>
        <pc:docMk/>
      </pc:docMkLst>
      <pc:sldChg chg="addSp delSp modSp">
        <pc:chgData name="Vim Mahakumbura" userId="S::s4982539@uq.edu.au::d742d8eb-1b8a-4e06-893e-13481b9aa2b1" providerId="AD" clId="Web-{C2F348AD-1B56-4FF6-83A7-B6F355D946D8}" dt="2026-08-23T07:12:49.146" v="226"/>
        <pc:sldMkLst>
          <pc:docMk/>
          <pc:sldMk cId="2037775068" sldId="257"/>
        </pc:sldMkLst>
        <pc:spChg chg="mod">
          <ac:chgData name="Vim Mahakumbura" userId="S::s4982539@uq.edu.au::d742d8eb-1b8a-4e06-893e-13481b9aa2b1" providerId="AD" clId="Web-{C2F348AD-1B56-4FF6-83A7-B6F355D946D8}" dt="2026-08-23T04:43:21.788" v="221" actId="1076"/>
          <ac:spMkLst>
            <pc:docMk/>
            <pc:sldMk cId="2037775068" sldId="257"/>
            <ac:spMk id="3" creationId="{BE34EC9D-3045-5E95-A814-8D15E70592EA}"/>
          </ac:spMkLst>
        </pc:spChg>
        <pc:spChg chg="del mod">
          <ac:chgData name="Vim Mahakumbura" userId="S::s4982539@uq.edu.au::d742d8eb-1b8a-4e06-893e-13481b9aa2b1" providerId="AD" clId="Web-{C2F348AD-1B56-4FF6-83A7-B6F355D946D8}" dt="2026-08-23T07:12:49.146" v="226"/>
          <ac:spMkLst>
            <pc:docMk/>
            <pc:sldMk cId="2037775068" sldId="257"/>
            <ac:spMk id="4" creationId="{3DD583CA-5B6B-F915-2266-71A035912609}"/>
          </ac:spMkLst>
        </pc:spChg>
        <pc:spChg chg="add mod">
          <ac:chgData name="Vim Mahakumbura" userId="S::s4982539@uq.edu.au::d742d8eb-1b8a-4e06-893e-13481b9aa2b1" providerId="AD" clId="Web-{C2F348AD-1B56-4FF6-83A7-B6F355D946D8}" dt="2026-08-23T04:43:24.085" v="222" actId="1076"/>
          <ac:spMkLst>
            <pc:docMk/>
            <pc:sldMk cId="2037775068" sldId="257"/>
            <ac:spMk id="5" creationId="{CFEC951E-5315-5965-587B-D850F32D5B2C}"/>
          </ac:spMkLst>
        </pc:spChg>
      </pc:sldChg>
      <pc:sldChg chg="modSp">
        <pc:chgData name="Vim Mahakumbura" userId="S::s4982539@uq.edu.au::d742d8eb-1b8a-4e06-893e-13481b9aa2b1" providerId="AD" clId="Web-{C2F348AD-1B56-4FF6-83A7-B6F355D946D8}" dt="2026-08-23T04:22:32.735" v="180" actId="1076"/>
        <pc:sldMkLst>
          <pc:docMk/>
          <pc:sldMk cId="3251886831" sldId="262"/>
        </pc:sldMkLst>
        <pc:spChg chg="mod">
          <ac:chgData name="Vim Mahakumbura" userId="S::s4982539@uq.edu.au::d742d8eb-1b8a-4e06-893e-13481b9aa2b1" providerId="AD" clId="Web-{C2F348AD-1B56-4FF6-83A7-B6F355D946D8}" dt="2026-08-23T04:22:32.735" v="180" actId="1076"/>
          <ac:spMkLst>
            <pc:docMk/>
            <pc:sldMk cId="3251886831" sldId="262"/>
            <ac:spMk id="3" creationId="{CB0CB4AC-341B-4E81-284D-B57710604012}"/>
          </ac:spMkLst>
        </pc:spChg>
      </pc:sldChg>
      <pc:sldChg chg="addSp delSp modSp add replId modNotes">
        <pc:chgData name="Vim Mahakumbura" userId="S::s4982539@uq.edu.au::d742d8eb-1b8a-4e06-893e-13481b9aa2b1" providerId="AD" clId="Web-{C2F348AD-1B56-4FF6-83A7-B6F355D946D8}" dt="2026-08-23T07:40:02.509" v="1800"/>
        <pc:sldMkLst>
          <pc:docMk/>
          <pc:sldMk cId="2951960762" sldId="263"/>
        </pc:sldMkLst>
        <pc:spChg chg="mod">
          <ac:chgData name="Vim Mahakumbura" userId="S::s4982539@uq.edu.au::d742d8eb-1b8a-4e06-893e-13481b9aa2b1" providerId="AD" clId="Web-{C2F348AD-1B56-4FF6-83A7-B6F355D946D8}" dt="2026-08-23T04:07:51.944" v="123" actId="20577"/>
          <ac:spMkLst>
            <pc:docMk/>
            <pc:sldMk cId="2951960762" sldId="263"/>
            <ac:spMk id="2" creationId="{CBBC0B4A-3BB8-C8AB-9D57-6C3DC286A3A7}"/>
          </ac:spMkLst>
        </pc:spChg>
        <pc:spChg chg="mod">
          <ac:chgData name="Vim Mahakumbura" userId="S::s4982539@uq.edu.au::d742d8eb-1b8a-4e06-893e-13481b9aa2b1" providerId="AD" clId="Web-{C2F348AD-1B56-4FF6-83A7-B6F355D946D8}" dt="2026-08-23T03:59:15.471" v="39" actId="20577"/>
          <ac:spMkLst>
            <pc:docMk/>
            <pc:sldMk cId="2951960762" sldId="263"/>
            <ac:spMk id="3" creationId="{65533174-2308-55BF-BFB6-8E0AD314F5A9}"/>
          </ac:spMkLst>
        </pc:spChg>
        <pc:spChg chg="del mod">
          <ac:chgData name="Vim Mahakumbura" userId="S::s4982539@uq.edu.au::d742d8eb-1b8a-4e06-893e-13481b9aa2b1" providerId="AD" clId="Web-{C2F348AD-1B56-4FF6-83A7-B6F355D946D8}" dt="2026-08-23T03:49:54.425" v="2"/>
          <ac:spMkLst>
            <pc:docMk/>
            <pc:sldMk cId="2951960762" sldId="263"/>
            <ac:spMk id="5" creationId="{C82595D1-0ACE-A3B3-78D7-500179C5B091}"/>
          </ac:spMkLst>
        </pc:spChg>
        <pc:spChg chg="add mod">
          <ac:chgData name="Vim Mahakumbura" userId="S::s4982539@uq.edu.au::d742d8eb-1b8a-4e06-893e-13481b9aa2b1" providerId="AD" clId="Web-{C2F348AD-1B56-4FF6-83A7-B6F355D946D8}" dt="2026-08-23T04:08:03.241" v="124" actId="1076"/>
          <ac:spMkLst>
            <pc:docMk/>
            <pc:sldMk cId="2951960762" sldId="263"/>
            <ac:spMk id="7" creationId="{6F61B941-BED1-D2E3-FE1F-FA803F1151CB}"/>
          </ac:spMkLst>
        </pc:spChg>
        <pc:spChg chg="add mod">
          <ac:chgData name="Vim Mahakumbura" userId="S::s4982539@uq.edu.au::d742d8eb-1b8a-4e06-893e-13481b9aa2b1" providerId="AD" clId="Web-{C2F348AD-1B56-4FF6-83A7-B6F355D946D8}" dt="2026-08-23T04:08:19.288" v="129" actId="1076"/>
          <ac:spMkLst>
            <pc:docMk/>
            <pc:sldMk cId="2951960762" sldId="263"/>
            <ac:spMk id="10" creationId="{60085146-1132-B9D2-8268-3B4D55C07B86}"/>
          </ac:spMkLst>
        </pc:spChg>
        <pc:spChg chg="add mod">
          <ac:chgData name="Vim Mahakumbura" userId="S::s4982539@uq.edu.au::d742d8eb-1b8a-4e06-893e-13481b9aa2b1" providerId="AD" clId="Web-{C2F348AD-1B56-4FF6-83A7-B6F355D946D8}" dt="2026-08-23T04:08:19.304" v="130" actId="1076"/>
          <ac:spMkLst>
            <pc:docMk/>
            <pc:sldMk cId="2951960762" sldId="263"/>
            <ac:spMk id="11" creationId="{30F7831D-E1B9-A25F-9128-AEEBF67C2B66}"/>
          </ac:spMkLst>
        </pc:spChg>
        <pc:spChg chg="add mod">
          <ac:chgData name="Vim Mahakumbura" userId="S::s4982539@uq.edu.au::d742d8eb-1b8a-4e06-893e-13481b9aa2b1" providerId="AD" clId="Web-{C2F348AD-1B56-4FF6-83A7-B6F355D946D8}" dt="2026-08-23T04:09:31.494" v="165" actId="20577"/>
          <ac:spMkLst>
            <pc:docMk/>
            <pc:sldMk cId="2951960762" sldId="263"/>
            <ac:spMk id="13" creationId="{439233C7-8FC6-1901-B27C-0B3FEA7C9DA7}"/>
          </ac:spMkLst>
        </pc:spChg>
        <pc:spChg chg="add mod">
          <ac:chgData name="Vim Mahakumbura" userId="S::s4982539@uq.edu.au::d742d8eb-1b8a-4e06-893e-13481b9aa2b1" providerId="AD" clId="Web-{C2F348AD-1B56-4FF6-83A7-B6F355D946D8}" dt="2026-08-23T04:09:40.322" v="167" actId="1076"/>
          <ac:spMkLst>
            <pc:docMk/>
            <pc:sldMk cId="2951960762" sldId="263"/>
            <ac:spMk id="14" creationId="{2201888A-69F6-4609-F903-112A57563777}"/>
          </ac:spMkLst>
        </pc:spChg>
        <pc:spChg chg="add mod">
          <ac:chgData name="Vim Mahakumbura" userId="S::s4982539@uq.edu.au::d742d8eb-1b8a-4e06-893e-13481b9aa2b1" providerId="AD" clId="Web-{C2F348AD-1B56-4FF6-83A7-B6F355D946D8}" dt="2026-08-23T04:10:02.979" v="175" actId="1076"/>
          <ac:spMkLst>
            <pc:docMk/>
            <pc:sldMk cId="2951960762" sldId="263"/>
            <ac:spMk id="15" creationId="{171EA9BA-619A-4CB0-EB12-2AF3FC60CD9F}"/>
          </ac:spMkLst>
        </pc:spChg>
        <pc:spChg chg="add mod">
          <ac:chgData name="Vim Mahakumbura" userId="S::s4982539@uq.edu.au::d742d8eb-1b8a-4e06-893e-13481b9aa2b1" providerId="AD" clId="Web-{C2F348AD-1B56-4FF6-83A7-B6F355D946D8}" dt="2026-08-23T04:09:56.963" v="173" actId="1076"/>
          <ac:spMkLst>
            <pc:docMk/>
            <pc:sldMk cId="2951960762" sldId="263"/>
            <ac:spMk id="16" creationId="{930D62F6-ABA4-E9C8-BA8C-7417E7BD972D}"/>
          </ac:spMkLst>
        </pc:spChg>
        <pc:picChg chg="add mod modCrop">
          <ac:chgData name="Vim Mahakumbura" userId="S::s4982539@uq.edu.au::d742d8eb-1b8a-4e06-893e-13481b9aa2b1" providerId="AD" clId="Web-{C2F348AD-1B56-4FF6-83A7-B6F355D946D8}" dt="2026-08-23T04:05:52.409" v="96" actId="1076"/>
          <ac:picMkLst>
            <pc:docMk/>
            <pc:sldMk cId="2951960762" sldId="263"/>
            <ac:picMk id="4" creationId="{AC5D560D-200D-A5F9-2F1D-2B2FB3A18F7C}"/>
          </ac:picMkLst>
        </pc:picChg>
        <pc:picChg chg="add mod modCrop">
          <ac:chgData name="Vim Mahakumbura" userId="S::s4982539@uq.edu.au::d742d8eb-1b8a-4e06-893e-13481b9aa2b1" providerId="AD" clId="Web-{C2F348AD-1B56-4FF6-83A7-B6F355D946D8}" dt="2026-08-23T04:08:03.241" v="125" actId="1076"/>
          <ac:picMkLst>
            <pc:docMk/>
            <pc:sldMk cId="2951960762" sldId="263"/>
            <ac:picMk id="8" creationId="{80DF4EF4-9B43-6971-8369-7CD7C92BDFB3}"/>
          </ac:picMkLst>
        </pc:picChg>
        <pc:picChg chg="add mod modCrop">
          <ac:chgData name="Vim Mahakumbura" userId="S::s4982539@uq.edu.au::d742d8eb-1b8a-4e06-893e-13481b9aa2b1" providerId="AD" clId="Web-{C2F348AD-1B56-4FF6-83A7-B6F355D946D8}" dt="2026-08-23T04:08:19.288" v="128" actId="1076"/>
          <ac:picMkLst>
            <pc:docMk/>
            <pc:sldMk cId="2951960762" sldId="263"/>
            <ac:picMk id="9" creationId="{FA204B84-BA30-C982-4131-1005EE942159}"/>
          </ac:picMkLst>
        </pc:picChg>
        <pc:picChg chg="add mod">
          <ac:chgData name="Vim Mahakumbura" userId="S::s4982539@uq.edu.au::d742d8eb-1b8a-4e06-893e-13481b9aa2b1" providerId="AD" clId="Web-{C2F348AD-1B56-4FF6-83A7-B6F355D946D8}" dt="2026-08-23T04:08:19.304" v="131" actId="1076"/>
          <ac:picMkLst>
            <pc:docMk/>
            <pc:sldMk cId="2951960762" sldId="263"/>
            <ac:picMk id="12" creationId="{A375CC09-7087-812B-7122-12282CB872FF}"/>
          </ac:picMkLst>
        </pc:picChg>
      </pc:sldChg>
      <pc:sldChg chg="modSp">
        <pc:chgData name="Vim Mahakumbura" userId="S::s4982539@uq.edu.au::d742d8eb-1b8a-4e06-893e-13481b9aa2b1" providerId="AD" clId="Web-{C2F348AD-1B56-4FF6-83A7-B6F355D946D8}" dt="2026-08-23T04:21:17.467" v="178" actId="1076"/>
        <pc:sldMkLst>
          <pc:docMk/>
          <pc:sldMk cId="1016914343" sldId="264"/>
        </pc:sldMkLst>
        <pc:picChg chg="mod">
          <ac:chgData name="Vim Mahakumbura" userId="S::s4982539@uq.edu.au::d742d8eb-1b8a-4e06-893e-13481b9aa2b1" providerId="AD" clId="Web-{C2F348AD-1B56-4FF6-83A7-B6F355D946D8}" dt="2026-08-23T04:21:17.467" v="178" actId="1076"/>
          <ac:picMkLst>
            <pc:docMk/>
            <pc:sldMk cId="1016914343" sldId="264"/>
            <ac:picMk id="5" creationId="{58CB9D3F-3378-E8CB-4B53-7886F88FC04E}"/>
          </ac:picMkLst>
        </pc:picChg>
      </pc:sldChg>
      <pc:sldChg chg="new del">
        <pc:chgData name="Vim Mahakumbura" userId="S::s4982539@uq.edu.au::d742d8eb-1b8a-4e06-893e-13481b9aa2b1" providerId="AD" clId="Web-{C2F348AD-1B56-4FF6-83A7-B6F355D946D8}" dt="2026-08-23T04:08:34.070" v="133"/>
        <pc:sldMkLst>
          <pc:docMk/>
          <pc:sldMk cId="2282691558" sldId="264"/>
        </pc:sldMkLst>
      </pc:sldChg>
      <pc:sldChg chg="add del replId">
        <pc:chgData name="Vim Mahakumbura" userId="S::s4982539@uq.edu.au::d742d8eb-1b8a-4e06-893e-13481b9aa2b1" providerId="AD" clId="Web-{C2F348AD-1B56-4FF6-83A7-B6F355D946D8}" dt="2026-08-23T04:23:51.987" v="182"/>
        <pc:sldMkLst>
          <pc:docMk/>
          <pc:sldMk cId="228648775" sldId="265"/>
        </pc:sldMkLst>
      </pc:sldChg>
      <pc:sldChg chg="addSp delSp modSp add">
        <pc:chgData name="Vim Mahakumbura" userId="S::s4982539@uq.edu.au::d742d8eb-1b8a-4e06-893e-13481b9aa2b1" providerId="AD" clId="Web-{C2F348AD-1B56-4FF6-83A7-B6F355D946D8}" dt="2026-08-23T04:31:49.951" v="220" actId="20577"/>
        <pc:sldMkLst>
          <pc:docMk/>
          <pc:sldMk cId="1498516157" sldId="265"/>
        </pc:sldMkLst>
        <pc:spChg chg="add del">
          <ac:chgData name="Vim Mahakumbura" userId="S::s4982539@uq.edu.au::d742d8eb-1b8a-4e06-893e-13481b9aa2b1" providerId="AD" clId="Web-{C2F348AD-1B56-4FF6-83A7-B6F355D946D8}" dt="2026-08-23T04:31:31.794" v="206"/>
          <ac:spMkLst>
            <pc:docMk/>
            <pc:sldMk cId="1498516157" sldId="265"/>
            <ac:spMk id="31" creationId="{4825BC47-61A9-10B4-6961-97568284DEFD}"/>
          </ac:spMkLst>
        </pc:spChg>
        <pc:spChg chg="add mod">
          <ac:chgData name="Vim Mahakumbura" userId="S::s4982539@uq.edu.au::d742d8eb-1b8a-4e06-893e-13481b9aa2b1" providerId="AD" clId="Web-{C2F348AD-1B56-4FF6-83A7-B6F355D946D8}" dt="2026-08-23T04:31:49.951" v="220" actId="20577"/>
          <ac:spMkLst>
            <pc:docMk/>
            <pc:sldMk cId="1498516157" sldId="265"/>
            <ac:spMk id="32" creationId="{8C533138-2A48-823E-7407-8132C615661B}"/>
          </ac:spMkLst>
        </pc:spChg>
      </pc:sldChg>
      <pc:sldChg chg="addSp modSp add">
        <pc:chgData name="Vim Mahakumbura" userId="S::s4982539@uq.edu.au::d742d8eb-1b8a-4e06-893e-13481b9aa2b1" providerId="AD" clId="Web-{C2F348AD-1B56-4FF6-83A7-B6F355D946D8}" dt="2026-08-23T07:14:51.460" v="245" actId="20577"/>
        <pc:sldMkLst>
          <pc:docMk/>
          <pc:sldMk cId="1945292269" sldId="266"/>
        </pc:sldMkLst>
        <pc:spChg chg="add mod">
          <ac:chgData name="Vim Mahakumbura" userId="S::s4982539@uq.edu.au::d742d8eb-1b8a-4e06-893e-13481b9aa2b1" providerId="AD" clId="Web-{C2F348AD-1B56-4FF6-83A7-B6F355D946D8}" dt="2026-08-23T07:14:43.882" v="242" actId="1076"/>
          <ac:spMkLst>
            <pc:docMk/>
            <pc:sldMk cId="1945292269" sldId="266"/>
            <ac:spMk id="5" creationId="{8D9D989F-1048-B149-300F-BB98570EEE17}"/>
          </ac:spMkLst>
        </pc:spChg>
        <pc:spChg chg="add mod">
          <ac:chgData name="Vim Mahakumbura" userId="S::s4982539@uq.edu.au::d742d8eb-1b8a-4e06-893e-13481b9aa2b1" providerId="AD" clId="Web-{C2F348AD-1B56-4FF6-83A7-B6F355D946D8}" dt="2026-08-23T07:14:51.460" v="245" actId="20577"/>
          <ac:spMkLst>
            <pc:docMk/>
            <pc:sldMk cId="1945292269" sldId="266"/>
            <ac:spMk id="6" creationId="{9657C79F-197C-BB14-64ED-CED33032242C}"/>
          </ac:spMkLst>
        </pc:spChg>
      </pc:sldChg>
      <pc:sldChg chg="new del">
        <pc:chgData name="Vim Mahakumbura" userId="S::s4982539@uq.edu.au::d742d8eb-1b8a-4e06-893e-13481b9aa2b1" providerId="AD" clId="Web-{C2F348AD-1B56-4FF6-83A7-B6F355D946D8}" dt="2026-08-23T04:31:25.856" v="204"/>
        <pc:sldMkLst>
          <pc:docMk/>
          <pc:sldMk cId="2413384775" sldId="266"/>
        </pc:sldMkLst>
      </pc:sldChg>
      <pc:sldChg chg="addSp delSp modSp new modNotes">
        <pc:chgData name="Vim Mahakumbura" userId="S::s4982539@uq.edu.au::d742d8eb-1b8a-4e06-893e-13481b9aa2b1" providerId="AD" clId="Web-{C2F348AD-1B56-4FF6-83A7-B6F355D946D8}" dt="2026-08-23T08:59:00.247" v="2214" actId="1076"/>
        <pc:sldMkLst>
          <pc:docMk/>
          <pc:sldMk cId="2669147823" sldId="267"/>
        </pc:sldMkLst>
        <pc:spChg chg="mod">
          <ac:chgData name="Vim Mahakumbura" userId="S::s4982539@uq.edu.au::d742d8eb-1b8a-4e06-893e-13481b9aa2b1" providerId="AD" clId="Web-{C2F348AD-1B56-4FF6-83A7-B6F355D946D8}" dt="2026-08-23T07:40:36.588" v="1808" actId="14100"/>
          <ac:spMkLst>
            <pc:docMk/>
            <pc:sldMk cId="2669147823" sldId="267"/>
            <ac:spMk id="2" creationId="{FC0220E1-92BD-FA0B-B8B1-D52E70151329}"/>
          </ac:spMkLst>
        </pc:spChg>
        <pc:spChg chg="add del">
          <ac:chgData name="Vim Mahakumbura" userId="S::s4982539@uq.edu.au::d742d8eb-1b8a-4e06-893e-13481b9aa2b1" providerId="AD" clId="Web-{C2F348AD-1B56-4FF6-83A7-B6F355D946D8}" dt="2026-08-23T08:24:53.613" v="2002"/>
          <ac:spMkLst>
            <pc:docMk/>
            <pc:sldMk cId="2669147823" sldId="267"/>
            <ac:spMk id="3" creationId="{1FF72167-AE1B-0B34-67B3-F5FF01D60EB7}"/>
          </ac:spMkLst>
        </pc:spChg>
        <pc:spChg chg="add del">
          <ac:chgData name="Vim Mahakumbura" userId="S::s4982539@uq.edu.au::d742d8eb-1b8a-4e06-893e-13481b9aa2b1" providerId="AD" clId="Web-{C2F348AD-1B56-4FF6-83A7-B6F355D946D8}" dt="2026-08-23T07:40:58.667" v="1817"/>
          <ac:spMkLst>
            <pc:docMk/>
            <pc:sldMk cId="2669147823" sldId="267"/>
            <ac:spMk id="3" creationId="{FA3FC00C-0A67-60F5-8C44-3A42F30FB668}"/>
          </ac:spMkLst>
        </pc:spChg>
        <pc:spChg chg="add del mod">
          <ac:chgData name="Vim Mahakumbura" userId="S::s4982539@uq.edu.au::d742d8eb-1b8a-4e06-893e-13481b9aa2b1" providerId="AD" clId="Web-{C2F348AD-1B56-4FF6-83A7-B6F355D946D8}" dt="2026-08-23T07:40:55.448" v="1815"/>
          <ac:spMkLst>
            <pc:docMk/>
            <pc:sldMk cId="2669147823" sldId="267"/>
            <ac:spMk id="4" creationId="{2FB8DA71-5DB6-85C6-AB3F-9DD65A6AFB94}"/>
          </ac:spMkLst>
        </pc:spChg>
        <pc:spChg chg="add del">
          <ac:chgData name="Vim Mahakumbura" userId="S::s4982539@uq.edu.au::d742d8eb-1b8a-4e06-893e-13481b9aa2b1" providerId="AD" clId="Web-{C2F348AD-1B56-4FF6-83A7-B6F355D946D8}" dt="2026-08-23T08:25:24.256" v="2006"/>
          <ac:spMkLst>
            <pc:docMk/>
            <pc:sldMk cId="2669147823" sldId="267"/>
            <ac:spMk id="4" creationId="{F0A44D2C-4C98-1791-4B2E-7D83C7E52764}"/>
          </ac:spMkLst>
        </pc:spChg>
        <pc:spChg chg="add mod ord">
          <ac:chgData name="Vim Mahakumbura" userId="S::s4982539@uq.edu.au::d742d8eb-1b8a-4e06-893e-13481b9aa2b1" providerId="AD" clId="Web-{C2F348AD-1B56-4FF6-83A7-B6F355D946D8}" dt="2026-08-23T08:48:45.589" v="2099" actId="1076"/>
          <ac:spMkLst>
            <pc:docMk/>
            <pc:sldMk cId="2669147823" sldId="267"/>
            <ac:spMk id="5" creationId="{F4145D74-F85C-8276-9D67-75FF0E9877CF}"/>
          </ac:spMkLst>
        </pc:spChg>
        <pc:spChg chg="add mod">
          <ac:chgData name="Vim Mahakumbura" userId="S::s4982539@uq.edu.au::d742d8eb-1b8a-4e06-893e-13481b9aa2b1" providerId="AD" clId="Web-{C2F348AD-1B56-4FF6-83A7-B6F355D946D8}" dt="2026-08-23T08:48:03.414" v="2089"/>
          <ac:spMkLst>
            <pc:docMk/>
            <pc:sldMk cId="2669147823" sldId="267"/>
            <ac:spMk id="6" creationId="{248E0495-1F64-3F0B-A2C0-50D58A1F2816}"/>
          </ac:spMkLst>
        </pc:spChg>
        <pc:spChg chg="add mod">
          <ac:chgData name="Vim Mahakumbura" userId="S::s4982539@uq.edu.au::d742d8eb-1b8a-4e06-893e-13481b9aa2b1" providerId="AD" clId="Web-{C2F348AD-1B56-4FF6-83A7-B6F355D946D8}" dt="2026-08-23T07:49:01.334" v="1937" actId="1076"/>
          <ac:spMkLst>
            <pc:docMk/>
            <pc:sldMk cId="2669147823" sldId="267"/>
            <ac:spMk id="7" creationId="{8050B3F9-E044-FE64-0887-335EC38C381E}"/>
          </ac:spMkLst>
        </pc:spChg>
        <pc:spChg chg="add del mod">
          <ac:chgData name="Vim Mahakumbura" userId="S::s4982539@uq.edu.au::d742d8eb-1b8a-4e06-893e-13481b9aa2b1" providerId="AD" clId="Web-{C2F348AD-1B56-4FF6-83A7-B6F355D946D8}" dt="2026-08-23T08:44:35.714" v="2050"/>
          <ac:spMkLst>
            <pc:docMk/>
            <pc:sldMk cId="2669147823" sldId="267"/>
            <ac:spMk id="8" creationId="{6AA4943B-A433-FDA9-9ABD-1D9C9FCCA3C4}"/>
          </ac:spMkLst>
        </pc:spChg>
        <pc:spChg chg="add mod">
          <ac:chgData name="Vim Mahakumbura" userId="S::s4982539@uq.edu.au::d742d8eb-1b8a-4e06-893e-13481b9aa2b1" providerId="AD" clId="Web-{C2F348AD-1B56-4FF6-83A7-B6F355D946D8}" dt="2026-08-23T08:49:02.980" v="2101" actId="1076"/>
          <ac:spMkLst>
            <pc:docMk/>
            <pc:sldMk cId="2669147823" sldId="267"/>
            <ac:spMk id="10" creationId="{F825F0F8-4F99-3EB5-591A-CFA2FF3D146C}"/>
          </ac:spMkLst>
        </pc:spChg>
        <pc:spChg chg="add mod">
          <ac:chgData name="Vim Mahakumbura" userId="S::s4982539@uq.edu.au::d742d8eb-1b8a-4e06-893e-13481b9aa2b1" providerId="AD" clId="Web-{C2F348AD-1B56-4FF6-83A7-B6F355D946D8}" dt="2026-08-23T07:51:16.024" v="1969" actId="1076"/>
          <ac:spMkLst>
            <pc:docMk/>
            <pc:sldMk cId="2669147823" sldId="267"/>
            <ac:spMk id="11" creationId="{C64D74CA-3434-AA7C-F696-AB1522945936}"/>
          </ac:spMkLst>
        </pc:spChg>
        <pc:spChg chg="add mod">
          <ac:chgData name="Vim Mahakumbura" userId="S::s4982539@uq.edu.au::d742d8eb-1b8a-4e06-893e-13481b9aa2b1" providerId="AD" clId="Web-{C2F348AD-1B56-4FF6-83A7-B6F355D946D8}" dt="2026-08-23T08:48:38.916" v="2098" actId="1076"/>
          <ac:spMkLst>
            <pc:docMk/>
            <pc:sldMk cId="2669147823" sldId="267"/>
            <ac:spMk id="12" creationId="{66B105B4-DEA6-B889-1AD6-F562F9CE8623}"/>
          </ac:spMkLst>
        </pc:spChg>
        <pc:spChg chg="add mod">
          <ac:chgData name="Vim Mahakumbura" userId="S::s4982539@uq.edu.au::d742d8eb-1b8a-4e06-893e-13481b9aa2b1" providerId="AD" clId="Web-{C2F348AD-1B56-4FF6-83A7-B6F355D946D8}" dt="2026-08-23T08:58:53.934" v="2213" actId="1076"/>
          <ac:spMkLst>
            <pc:docMk/>
            <pc:sldMk cId="2669147823" sldId="267"/>
            <ac:spMk id="14" creationId="{5D03FFF0-F6B5-05BE-6A44-0D1FBF293B98}"/>
          </ac:spMkLst>
        </pc:spChg>
        <pc:spChg chg="add mod">
          <ac:chgData name="Vim Mahakumbura" userId="S::s4982539@uq.edu.au::d742d8eb-1b8a-4e06-893e-13481b9aa2b1" providerId="AD" clId="Web-{C2F348AD-1B56-4FF6-83A7-B6F355D946D8}" dt="2026-08-23T07:49:42.803" v="1945" actId="1076"/>
          <ac:spMkLst>
            <pc:docMk/>
            <pc:sldMk cId="2669147823" sldId="267"/>
            <ac:spMk id="15" creationId="{55894067-B958-1011-14F0-3BF85F8AA865}"/>
          </ac:spMkLst>
        </pc:spChg>
        <pc:spChg chg="add mod">
          <ac:chgData name="Vim Mahakumbura" userId="S::s4982539@uq.edu.au::d742d8eb-1b8a-4e06-893e-13481b9aa2b1" providerId="AD" clId="Web-{C2F348AD-1B56-4FF6-83A7-B6F355D946D8}" dt="2026-08-23T08:59:00.247" v="2214" actId="1076"/>
          <ac:spMkLst>
            <pc:docMk/>
            <pc:sldMk cId="2669147823" sldId="267"/>
            <ac:spMk id="16" creationId="{02925070-15FC-5E43-9C7F-6B7ABCB2EFE9}"/>
          </ac:spMkLst>
        </pc:spChg>
        <pc:spChg chg="add mod">
          <ac:chgData name="Vim Mahakumbura" userId="S::s4982539@uq.edu.au::d742d8eb-1b8a-4e06-893e-13481b9aa2b1" providerId="AD" clId="Web-{C2F348AD-1B56-4FF6-83A7-B6F355D946D8}" dt="2026-08-23T07:51:49.680" v="1984" actId="1076"/>
          <ac:spMkLst>
            <pc:docMk/>
            <pc:sldMk cId="2669147823" sldId="267"/>
            <ac:spMk id="17" creationId="{2A96CEB5-3F2A-FEDB-9EE2-092B9A5E2B3E}"/>
          </ac:spMkLst>
        </pc:spChg>
        <pc:spChg chg="add mod">
          <ac:chgData name="Vim Mahakumbura" userId="S::s4982539@uq.edu.au::d742d8eb-1b8a-4e06-893e-13481b9aa2b1" providerId="AD" clId="Web-{C2F348AD-1B56-4FF6-83A7-B6F355D946D8}" dt="2026-08-23T07:50:00.569" v="1950"/>
          <ac:spMkLst>
            <pc:docMk/>
            <pc:sldMk cId="2669147823" sldId="267"/>
            <ac:spMk id="25" creationId="{56501C58-8839-B03F-ADB8-3576ECBC669E}"/>
          </ac:spMkLst>
        </pc:spChg>
        <pc:spChg chg="add mod">
          <ac:chgData name="Vim Mahakumbura" userId="S::s4982539@uq.edu.au::d742d8eb-1b8a-4e06-893e-13481b9aa2b1" providerId="AD" clId="Web-{C2F348AD-1B56-4FF6-83A7-B6F355D946D8}" dt="2026-08-23T07:50:10.163" v="1952" actId="1076"/>
          <ac:spMkLst>
            <pc:docMk/>
            <pc:sldMk cId="2669147823" sldId="267"/>
            <ac:spMk id="35" creationId="{8A531D50-7362-1783-0B8F-4DDD7B37C956}"/>
          </ac:spMkLst>
        </pc:spChg>
        <pc:spChg chg="add mod">
          <ac:chgData name="Vim Mahakumbura" userId="S::s4982539@uq.edu.au::d742d8eb-1b8a-4e06-893e-13481b9aa2b1" providerId="AD" clId="Web-{C2F348AD-1B56-4FF6-83A7-B6F355D946D8}" dt="2026-08-23T07:51:16.024" v="1971" actId="1076"/>
          <ac:spMkLst>
            <pc:docMk/>
            <pc:sldMk cId="2669147823" sldId="267"/>
            <ac:spMk id="36" creationId="{D3E7DCEC-886E-E45D-E336-56979A4F1DCD}"/>
          </ac:spMkLst>
        </pc:spChg>
        <pc:spChg chg="add mod">
          <ac:chgData name="Vim Mahakumbura" userId="S::s4982539@uq.edu.au::d742d8eb-1b8a-4e06-893e-13481b9aa2b1" providerId="AD" clId="Web-{C2F348AD-1B56-4FF6-83A7-B6F355D946D8}" dt="2026-08-23T07:51:49.680" v="1986" actId="1076"/>
          <ac:spMkLst>
            <pc:docMk/>
            <pc:sldMk cId="2669147823" sldId="267"/>
            <ac:spMk id="37" creationId="{ECD02064-C3B7-5169-B6E2-6DECC581B3C0}"/>
          </ac:spMkLst>
        </pc:spChg>
        <pc:picChg chg="add mod">
          <ac:chgData name="Vim Mahakumbura" userId="S::s4982539@uq.edu.au::d742d8eb-1b8a-4e06-893e-13481b9aa2b1" providerId="AD" clId="Web-{C2F348AD-1B56-4FF6-83A7-B6F355D946D8}" dt="2026-08-23T07:48:53.865" v="1935" actId="1076"/>
          <ac:picMkLst>
            <pc:docMk/>
            <pc:sldMk cId="2669147823" sldId="267"/>
            <ac:picMk id="9" creationId="{00CEE301-50B9-FAB9-AB47-9907AD725222}"/>
          </ac:picMkLst>
        </pc:picChg>
        <pc:picChg chg="add mod">
          <ac:chgData name="Vim Mahakumbura" userId="S::s4982539@uq.edu.au::d742d8eb-1b8a-4e06-893e-13481b9aa2b1" providerId="AD" clId="Web-{C2F348AD-1B56-4FF6-83A7-B6F355D946D8}" dt="2026-08-23T07:50:26.617" v="1957" actId="1076"/>
          <ac:picMkLst>
            <pc:docMk/>
            <pc:sldMk cId="2669147823" sldId="267"/>
            <ac:picMk id="13" creationId="{9F31A8EA-0EEC-CB3B-5ACE-F8F55D7587A1}"/>
          </ac:picMkLst>
        </pc:picChg>
        <pc:picChg chg="add mod">
          <ac:chgData name="Vim Mahakumbura" userId="S::s4982539@uq.edu.au::d742d8eb-1b8a-4e06-893e-13481b9aa2b1" providerId="AD" clId="Web-{C2F348AD-1B56-4FF6-83A7-B6F355D946D8}" dt="2026-08-23T07:51:49.680" v="1985" actId="1076"/>
          <ac:picMkLst>
            <pc:docMk/>
            <pc:sldMk cId="2669147823" sldId="267"/>
            <ac:picMk id="19" creationId="{1E1BD5AC-FC3B-C98D-C99C-F7776F7145E6}"/>
          </ac:picMkLst>
        </pc:picChg>
        <pc:picChg chg="add mod">
          <ac:chgData name="Vim Mahakumbura" userId="S::s4982539@uq.edu.au::d742d8eb-1b8a-4e06-893e-13481b9aa2b1" providerId="AD" clId="Web-{C2F348AD-1B56-4FF6-83A7-B6F355D946D8}" dt="2026-08-23T07:51:16.024" v="1970" actId="1076"/>
          <ac:picMkLst>
            <pc:docMk/>
            <pc:sldMk cId="2669147823" sldId="267"/>
            <ac:picMk id="21" creationId="{F943E1D7-9EF9-3025-CBB6-5010C180A1E4}"/>
          </ac:picMkLst>
        </pc:picChg>
        <pc:inkChg chg="add del">
          <ac:chgData name="Vim Mahakumbura" userId="S::s4982539@uq.edu.au::d742d8eb-1b8a-4e06-893e-13481b9aa2b1" providerId="AD" clId="Web-{C2F348AD-1B56-4FF6-83A7-B6F355D946D8}" dt="2026-08-23T07:47:47.458" v="1904"/>
          <ac:inkMkLst>
            <pc:docMk/>
            <pc:sldMk cId="2669147823" sldId="267"/>
            <ac:inkMk id="22" creationId="{D1E10D0A-6333-AE0C-EBF4-FB5EF861EDEB}"/>
          </ac:inkMkLst>
        </pc:inkChg>
        <pc:inkChg chg="add del">
          <ac:chgData name="Vim Mahakumbura" userId="S::s4982539@uq.edu.au::d742d8eb-1b8a-4e06-893e-13481b9aa2b1" providerId="AD" clId="Web-{C2F348AD-1B56-4FF6-83A7-B6F355D946D8}" dt="2026-08-23T07:47:48.645" v="1906"/>
          <ac:inkMkLst>
            <pc:docMk/>
            <pc:sldMk cId="2669147823" sldId="267"/>
            <ac:inkMk id="23" creationId="{AAFEB85C-F40D-A5F6-118B-B47EB5176DF1}"/>
          </ac:inkMkLst>
        </pc:inkChg>
        <pc:inkChg chg="add del">
          <ac:chgData name="Vim Mahakumbura" userId="S::s4982539@uq.edu.au::d742d8eb-1b8a-4e06-893e-13481b9aa2b1" providerId="AD" clId="Web-{C2F348AD-1B56-4FF6-83A7-B6F355D946D8}" dt="2026-08-23T07:53:51.416" v="1998"/>
          <ac:inkMkLst>
            <pc:docMk/>
            <pc:sldMk cId="2669147823" sldId="267"/>
            <ac:inkMk id="24" creationId="{CE388AE9-E619-EA6D-F4A5-DEAA1B12D16C}"/>
          </ac:inkMkLst>
        </pc:inkChg>
        <pc:inkChg chg="add del">
          <ac:chgData name="Vim Mahakumbura" userId="S::s4982539@uq.edu.au::d742d8eb-1b8a-4e06-893e-13481b9aa2b1" providerId="AD" clId="Web-{C2F348AD-1B56-4FF6-83A7-B6F355D946D8}" dt="2026-08-23T07:48:23.802" v="1924"/>
          <ac:inkMkLst>
            <pc:docMk/>
            <pc:sldMk cId="2669147823" sldId="267"/>
            <ac:inkMk id="26" creationId="{AE6B1176-EC28-93AE-73C7-538299296EB0}"/>
          </ac:inkMkLst>
        </pc:inkChg>
        <pc:inkChg chg="add del">
          <ac:chgData name="Vim Mahakumbura" userId="S::s4982539@uq.edu.au::d742d8eb-1b8a-4e06-893e-13481b9aa2b1" providerId="AD" clId="Web-{C2F348AD-1B56-4FF6-83A7-B6F355D946D8}" dt="2026-08-23T07:48:21.318" v="1923"/>
          <ac:inkMkLst>
            <pc:docMk/>
            <pc:sldMk cId="2669147823" sldId="267"/>
            <ac:inkMk id="27" creationId="{1C91873A-5403-3145-E08F-DC61C2EA6A40}"/>
          </ac:inkMkLst>
        </pc:inkChg>
        <pc:inkChg chg="add del">
          <ac:chgData name="Vim Mahakumbura" userId="S::s4982539@uq.edu.au::d742d8eb-1b8a-4e06-893e-13481b9aa2b1" providerId="AD" clId="Web-{C2F348AD-1B56-4FF6-83A7-B6F355D946D8}" dt="2026-08-23T07:48:21.193" v="1922"/>
          <ac:inkMkLst>
            <pc:docMk/>
            <pc:sldMk cId="2669147823" sldId="267"/>
            <ac:inkMk id="28" creationId="{661D2EF3-DD6B-0097-3C42-D5D3B47FE867}"/>
          </ac:inkMkLst>
        </pc:inkChg>
        <pc:inkChg chg="add del">
          <ac:chgData name="Vim Mahakumbura" userId="S::s4982539@uq.edu.au::d742d8eb-1b8a-4e06-893e-13481b9aa2b1" providerId="AD" clId="Web-{C2F348AD-1B56-4FF6-83A7-B6F355D946D8}" dt="2026-08-23T07:48:21.068" v="1921"/>
          <ac:inkMkLst>
            <pc:docMk/>
            <pc:sldMk cId="2669147823" sldId="267"/>
            <ac:inkMk id="29" creationId="{A6B68733-1267-CFCC-50D9-FAD44353807E}"/>
          </ac:inkMkLst>
        </pc:inkChg>
        <pc:inkChg chg="add del">
          <ac:chgData name="Vim Mahakumbura" userId="S::s4982539@uq.edu.au::d742d8eb-1b8a-4e06-893e-13481b9aa2b1" providerId="AD" clId="Web-{C2F348AD-1B56-4FF6-83A7-B6F355D946D8}" dt="2026-08-23T07:48:21.068" v="1920"/>
          <ac:inkMkLst>
            <pc:docMk/>
            <pc:sldMk cId="2669147823" sldId="267"/>
            <ac:inkMk id="30" creationId="{2F88BD4E-AFAF-E2F5-7A03-582607D67173}"/>
          </ac:inkMkLst>
        </pc:inkChg>
        <pc:inkChg chg="add del">
          <ac:chgData name="Vim Mahakumbura" userId="S::s4982539@uq.edu.au::d742d8eb-1b8a-4e06-893e-13481b9aa2b1" providerId="AD" clId="Web-{C2F348AD-1B56-4FF6-83A7-B6F355D946D8}" dt="2026-08-23T07:48:37.771" v="1928"/>
          <ac:inkMkLst>
            <pc:docMk/>
            <pc:sldMk cId="2669147823" sldId="267"/>
            <ac:inkMk id="31" creationId="{045DACFE-4C86-E759-E95E-AA812063B622}"/>
          </ac:inkMkLst>
        </pc:inkChg>
        <pc:inkChg chg="add del">
          <ac:chgData name="Vim Mahakumbura" userId="S::s4982539@uq.edu.au::d742d8eb-1b8a-4e06-893e-13481b9aa2b1" providerId="AD" clId="Web-{C2F348AD-1B56-4FF6-83A7-B6F355D946D8}" dt="2026-08-23T07:51:50.508" v="1987"/>
          <ac:inkMkLst>
            <pc:docMk/>
            <pc:sldMk cId="2669147823" sldId="267"/>
            <ac:inkMk id="32" creationId="{D951A3F0-9AAE-7C05-F8AC-E7AE51840C14}"/>
          </ac:inkMkLst>
        </pc:inkChg>
        <pc:inkChg chg="add del">
          <ac:chgData name="Vim Mahakumbura" userId="S::s4982539@uq.edu.au::d742d8eb-1b8a-4e06-893e-13481b9aa2b1" providerId="AD" clId="Web-{C2F348AD-1B56-4FF6-83A7-B6F355D946D8}" dt="2026-08-23T07:48:43.037" v="1933"/>
          <ac:inkMkLst>
            <pc:docMk/>
            <pc:sldMk cId="2669147823" sldId="267"/>
            <ac:inkMk id="33" creationId="{DE3D1C08-EEA1-76BE-AB09-C934E4D05A4B}"/>
          </ac:inkMkLst>
        </pc:inkChg>
        <pc:inkChg chg="add del">
          <ac:chgData name="Vim Mahakumbura" userId="S::s4982539@uq.edu.au::d742d8eb-1b8a-4e06-893e-13481b9aa2b1" providerId="AD" clId="Web-{C2F348AD-1B56-4FF6-83A7-B6F355D946D8}" dt="2026-08-23T07:48:40.209" v="1932"/>
          <ac:inkMkLst>
            <pc:docMk/>
            <pc:sldMk cId="2669147823" sldId="267"/>
            <ac:inkMk id="34" creationId="{0EE07DD7-5D49-BAF9-E592-2F1FF4ECE8D2}"/>
          </ac:inkMkLst>
        </pc:inkChg>
        <pc:inkChg chg="add del">
          <ac:chgData name="Vim Mahakumbura" userId="S::s4982539@uq.edu.au::d742d8eb-1b8a-4e06-893e-13481b9aa2b1" providerId="AD" clId="Web-{C2F348AD-1B56-4FF6-83A7-B6F355D946D8}" dt="2026-08-23T07:51:45.696" v="1980"/>
          <ac:inkMkLst>
            <pc:docMk/>
            <pc:sldMk cId="2669147823" sldId="267"/>
            <ac:inkMk id="38" creationId="{19CEF5F3-A0BC-EBBE-A418-17F01B4AE147}"/>
          </ac:inkMkLst>
        </pc:inkChg>
        <pc:inkChg chg="add del">
          <ac:chgData name="Vim Mahakumbura" userId="S::s4982539@uq.edu.au::d742d8eb-1b8a-4e06-893e-13481b9aa2b1" providerId="AD" clId="Web-{C2F348AD-1B56-4FF6-83A7-B6F355D946D8}" dt="2026-08-23T07:51:45.165" v="1979"/>
          <ac:inkMkLst>
            <pc:docMk/>
            <pc:sldMk cId="2669147823" sldId="267"/>
            <ac:inkMk id="39" creationId="{3B59564D-D730-D4E6-FAD2-BD3CFD4B88FB}"/>
          </ac:inkMkLst>
        </pc:inkChg>
        <pc:inkChg chg="add del">
          <ac:chgData name="Vim Mahakumbura" userId="S::s4982539@uq.edu.au::d742d8eb-1b8a-4e06-893e-13481b9aa2b1" providerId="AD" clId="Web-{C2F348AD-1B56-4FF6-83A7-B6F355D946D8}" dt="2026-08-23T07:51:44.618" v="1978"/>
          <ac:inkMkLst>
            <pc:docMk/>
            <pc:sldMk cId="2669147823" sldId="267"/>
            <ac:inkMk id="40" creationId="{DBB31DAB-EC2E-8349-C225-55C196CCC2E8}"/>
          </ac:inkMkLst>
        </pc:inkChg>
        <pc:inkChg chg="add">
          <ac:chgData name="Vim Mahakumbura" userId="S::s4982539@uq.edu.au::d742d8eb-1b8a-4e06-893e-13481b9aa2b1" providerId="AD" clId="Web-{C2F348AD-1B56-4FF6-83A7-B6F355D946D8}" dt="2026-08-23T07:51:57.915" v="1988"/>
          <ac:inkMkLst>
            <pc:docMk/>
            <pc:sldMk cId="2669147823" sldId="267"/>
            <ac:inkMk id="41" creationId="{FA8AF820-6F80-6E35-6799-083F75973856}"/>
          </ac:inkMkLst>
        </pc:inkChg>
        <pc:inkChg chg="add del">
          <ac:chgData name="Vim Mahakumbura" userId="S::s4982539@uq.edu.au::d742d8eb-1b8a-4e06-893e-13481b9aa2b1" providerId="AD" clId="Web-{C2F348AD-1B56-4FF6-83A7-B6F355D946D8}" dt="2026-08-23T07:52:00.962" v="1990"/>
          <ac:inkMkLst>
            <pc:docMk/>
            <pc:sldMk cId="2669147823" sldId="267"/>
            <ac:inkMk id="42" creationId="{2933D6F9-03CA-C1D0-976B-0D0CC813E379}"/>
          </ac:inkMkLst>
        </pc:inkChg>
        <pc:inkChg chg="add del">
          <ac:chgData name="Vim Mahakumbura" userId="S::s4982539@uq.edu.au::d742d8eb-1b8a-4e06-893e-13481b9aa2b1" providerId="AD" clId="Web-{C2F348AD-1B56-4FF6-83A7-B6F355D946D8}" dt="2026-08-23T07:52:02.555" v="1992"/>
          <ac:inkMkLst>
            <pc:docMk/>
            <pc:sldMk cId="2669147823" sldId="267"/>
            <ac:inkMk id="43" creationId="{8880EC5D-D9C9-F6AF-2F1A-B05AA4902B90}"/>
          </ac:inkMkLst>
        </pc:inkChg>
        <pc:inkChg chg="add">
          <ac:chgData name="Vim Mahakumbura" userId="S::s4982539@uq.edu.au::d742d8eb-1b8a-4e06-893e-13481b9aa2b1" providerId="AD" clId="Web-{C2F348AD-1B56-4FF6-83A7-B6F355D946D8}" dt="2026-08-23T07:52:06.102" v="1993"/>
          <ac:inkMkLst>
            <pc:docMk/>
            <pc:sldMk cId="2669147823" sldId="267"/>
            <ac:inkMk id="44" creationId="{AFBF1A90-40D9-8318-A1AC-8F430564AB8B}"/>
          </ac:inkMkLst>
        </pc:inkChg>
        <pc:inkChg chg="add mod">
          <ac:chgData name="Vim Mahakumbura" userId="S::s4982539@uq.edu.au::d742d8eb-1b8a-4e06-893e-13481b9aa2b1" providerId="AD" clId="Web-{C2F348AD-1B56-4FF6-83A7-B6F355D946D8}" dt="2026-08-23T08:50:24.641" v="2115" actId="1076"/>
          <ac:inkMkLst>
            <pc:docMk/>
            <pc:sldMk cId="2669147823" sldId="267"/>
            <ac:inkMk id="45" creationId="{7446BF6E-2EA0-F026-E1FA-322D34481B2C}"/>
          </ac:inkMkLst>
        </pc:inkChg>
        <pc:inkChg chg="add">
          <ac:chgData name="Vim Mahakumbura" userId="S::s4982539@uq.edu.au::d742d8eb-1b8a-4e06-893e-13481b9aa2b1" providerId="AD" clId="Web-{C2F348AD-1B56-4FF6-83A7-B6F355D946D8}" dt="2026-08-23T07:52:09.743" v="1995"/>
          <ac:inkMkLst>
            <pc:docMk/>
            <pc:sldMk cId="2669147823" sldId="267"/>
            <ac:inkMk id="46" creationId="{CA1FFBD8-E477-5B4A-1B10-FC8E110BAC8A}"/>
          </ac:inkMkLst>
        </pc:inkChg>
        <pc:inkChg chg="add del">
          <ac:chgData name="Vim Mahakumbura" userId="S::s4982539@uq.edu.au::d742d8eb-1b8a-4e06-893e-13481b9aa2b1" providerId="AD" clId="Web-{C2F348AD-1B56-4FF6-83A7-B6F355D946D8}" dt="2026-08-23T07:53:50.010" v="1997"/>
          <ac:inkMkLst>
            <pc:docMk/>
            <pc:sldMk cId="2669147823" sldId="267"/>
            <ac:inkMk id="47" creationId="{486AD1B5-23D7-0BB4-578A-09B08A2FEBDA}"/>
          </ac:inkMkLst>
        </pc:inkChg>
      </pc:sldChg>
      <pc:sldChg chg="add del">
        <pc:chgData name="Vim Mahakumbura" userId="S::s4982539@uq.edu.au::d742d8eb-1b8a-4e06-893e-13481b9aa2b1" providerId="AD" clId="Web-{C2F348AD-1B56-4FF6-83A7-B6F355D946D8}" dt="2026-08-23T08:25:12.959" v="2005"/>
        <pc:sldMkLst>
          <pc:docMk/>
          <pc:sldMk cId="3437355728" sldId="268"/>
        </pc:sldMkLst>
      </pc:sldChg>
      <pc:sldChg chg="modSp new">
        <pc:chgData name="Vim Mahakumbura" userId="S::s4982539@uq.edu.au::d742d8eb-1b8a-4e06-893e-13481b9aa2b1" providerId="AD" clId="Web-{C2F348AD-1B56-4FF6-83A7-B6F355D946D8}" dt="2026-08-23T08:57:15.490" v="2144" actId="20577"/>
        <pc:sldMkLst>
          <pc:docMk/>
          <pc:sldMk cId="3685926783" sldId="268"/>
        </pc:sldMkLst>
        <pc:spChg chg="mod">
          <ac:chgData name="Vim Mahakumbura" userId="S::s4982539@uq.edu.au::d742d8eb-1b8a-4e06-893e-13481b9aa2b1" providerId="AD" clId="Web-{C2F348AD-1B56-4FF6-83A7-B6F355D946D8}" dt="2026-08-23T08:53:06.811" v="2136" actId="1076"/>
          <ac:spMkLst>
            <pc:docMk/>
            <pc:sldMk cId="3685926783" sldId="268"/>
            <ac:spMk id="2" creationId="{CD7CB7C7-C969-23D0-70F8-A3BF8774D252}"/>
          </ac:spMkLst>
        </pc:spChg>
        <pc:spChg chg="mod">
          <ac:chgData name="Vim Mahakumbura" userId="S::s4982539@uq.edu.au::d742d8eb-1b8a-4e06-893e-13481b9aa2b1" providerId="AD" clId="Web-{C2F348AD-1B56-4FF6-83A7-B6F355D946D8}" dt="2026-08-23T08:57:15.490" v="2144" actId="20577"/>
          <ac:spMkLst>
            <pc:docMk/>
            <pc:sldMk cId="3685926783" sldId="268"/>
            <ac:spMk id="3" creationId="{8CC1BE14-60D4-CD3F-C810-2B80D7576A41}"/>
          </ac:spMkLst>
        </pc:spChg>
      </pc:sldChg>
      <pc:sldMasterChg chg="addSldLayout">
        <pc:chgData name="Vim Mahakumbura" userId="S::s4982539@uq.edu.au::d742d8eb-1b8a-4e06-893e-13481b9aa2b1" providerId="AD" clId="Web-{C2F348AD-1B56-4FF6-83A7-B6F355D946D8}" dt="2026-08-23T04:24:41.066" v="201"/>
        <pc:sldMasterMkLst>
          <pc:docMk/>
          <pc:sldMasterMk cId="613034817" sldId="2147483648"/>
        </pc:sldMasterMkLst>
        <pc:sldLayoutChg chg="add">
          <pc:chgData name="Vim Mahakumbura" userId="S::s4982539@uq.edu.au::d742d8eb-1b8a-4e06-893e-13481b9aa2b1" providerId="AD" clId="Web-{C2F348AD-1B56-4FF6-83A7-B6F355D946D8}" dt="2026-08-23T04:24:41.066" v="201"/>
          <pc:sldLayoutMkLst>
            <pc:docMk/>
            <pc:sldMasterMk cId="613034817" sldId="2147483648"/>
            <pc:sldLayoutMk cId="68316905" sldId="2147483660"/>
          </pc:sldLayoutMkLst>
        </pc:sldLayoutChg>
      </pc:sldMasterChg>
    </pc:docChg>
  </pc:docChgLst>
  <pc:docChgLst>
    <pc:chgData name="Dev Kansana" userId="S::s4881415@uq.edu.au::b1bd41af-ce6a-40d8-b6fb-d3a925afcb05" providerId="AD" clId="Web-{684715B6-9D2C-7D03-D8CD-D5E79F3F1C59}"/>
    <pc:docChg chg="modSld">
      <pc:chgData name="Dev Kansana" userId="S::s4881415@uq.edu.au::b1bd41af-ce6a-40d8-b6fb-d3a925afcb05" providerId="AD" clId="Web-{684715B6-9D2C-7D03-D8CD-D5E79F3F1C59}" dt="2026-08-24T01:30:39.033" v="661"/>
      <pc:docMkLst>
        <pc:docMk/>
      </pc:docMkLst>
      <pc:sldChg chg="addSp delSp modSp modNotes">
        <pc:chgData name="Dev Kansana" userId="S::s4881415@uq.edu.au::b1bd41af-ce6a-40d8-b6fb-d3a925afcb05" providerId="AD" clId="Web-{684715B6-9D2C-7D03-D8CD-D5E79F3F1C59}" dt="2026-08-24T01:29:04.233" v="638" actId="20577"/>
        <pc:sldMkLst>
          <pc:docMk/>
          <pc:sldMk cId="3291430269" sldId="256"/>
        </pc:sldMkLst>
        <pc:spChg chg="mod">
          <ac:chgData name="Dev Kansana" userId="S::s4881415@uq.edu.au::b1bd41af-ce6a-40d8-b6fb-d3a925afcb05" providerId="AD" clId="Web-{684715B6-9D2C-7D03-D8CD-D5E79F3F1C59}" dt="2026-08-24T01:29:03.623" v="636" actId="1076"/>
          <ac:spMkLst>
            <pc:docMk/>
            <pc:sldMk cId="3291430269" sldId="256"/>
            <ac:spMk id="2" creationId="{117233CE-08B6-7039-1406-43E434FA8F28}"/>
          </ac:spMkLst>
        </pc:spChg>
        <pc:spChg chg="del mod">
          <ac:chgData name="Dev Kansana" userId="S::s4881415@uq.edu.au::b1bd41af-ce6a-40d8-b6fb-d3a925afcb05" providerId="AD" clId="Web-{684715B6-9D2C-7D03-D8CD-D5E79F3F1C59}" dt="2026-08-24T01:27:50.073" v="612"/>
          <ac:spMkLst>
            <pc:docMk/>
            <pc:sldMk cId="3291430269" sldId="256"/>
            <ac:spMk id="3" creationId="{EAFD8EA2-6B32-CA4D-F292-E245963C6797}"/>
          </ac:spMkLst>
        </pc:spChg>
        <pc:spChg chg="add mod">
          <ac:chgData name="Dev Kansana" userId="S::s4881415@uq.edu.au::b1bd41af-ce6a-40d8-b6fb-d3a925afcb05" providerId="AD" clId="Web-{684715B6-9D2C-7D03-D8CD-D5E79F3F1C59}" dt="2026-08-24T01:29:04.233" v="638" actId="20577"/>
          <ac:spMkLst>
            <pc:docMk/>
            <pc:sldMk cId="3291430269" sldId="256"/>
            <ac:spMk id="5" creationId="{E7ABDB73-4778-2DA8-77B6-7CABB5434089}"/>
          </ac:spMkLst>
        </pc:spChg>
        <pc:spChg chg="add mod">
          <ac:chgData name="Dev Kansana" userId="S::s4881415@uq.edu.au::b1bd41af-ce6a-40d8-b6fb-d3a925afcb05" providerId="AD" clId="Web-{684715B6-9D2C-7D03-D8CD-D5E79F3F1C59}" dt="2026-08-24T01:28:21.965" v="623" actId="1076"/>
          <ac:spMkLst>
            <pc:docMk/>
            <pc:sldMk cId="3291430269" sldId="256"/>
            <ac:spMk id="7" creationId="{94440068-7C20-94CF-A5BA-D3A87FFC4B33}"/>
          </ac:spMkLst>
        </pc:spChg>
        <pc:spChg chg="add del">
          <ac:chgData name="Dev Kansana" userId="S::s4881415@uq.edu.au::b1bd41af-ce6a-40d8-b6fb-d3a925afcb05" providerId="AD" clId="Web-{684715B6-9D2C-7D03-D8CD-D5E79F3F1C59}" dt="2026-08-24T01:27:58.464" v="614"/>
          <ac:spMkLst>
            <pc:docMk/>
            <pc:sldMk cId="3291430269" sldId="256"/>
            <ac:spMk id="8" creationId="{9BB69163-326B-813A-8468-D8D9198A26C3}"/>
          </ac:spMkLst>
        </pc:spChg>
      </pc:sldChg>
      <pc:sldChg chg="modNotes">
        <pc:chgData name="Dev Kansana" userId="S::s4881415@uq.edu.au::b1bd41af-ce6a-40d8-b6fb-d3a925afcb05" providerId="AD" clId="Web-{684715B6-9D2C-7D03-D8CD-D5E79F3F1C59}" dt="2026-08-24T01:30:39.033" v="661"/>
        <pc:sldMkLst>
          <pc:docMk/>
          <pc:sldMk cId="2037775068" sldId="257"/>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3T08:18:15.783"/>
    </inkml:context>
    <inkml:brush xml:id="br0">
      <inkml:brushProperty name="width" value="0.1" units="cm"/>
      <inkml:brushProperty name="height" value="0.1" units="cm"/>
      <inkml:brushProperty name="color" value="#849398"/>
    </inkml:brush>
  </inkml:definitions>
  <inkml:trace contextRef="#ctx0" brushRef="#br0">16160 8067 16383 0 0,'6'0'0'0'0,"1"6"0"0"0,1 7 0 0 0,-2 19 0 0 0,-2 21 0 0 0,-2 13 0 0 0,0 1 0 0 0,-2 0 0 0 0,0-5 0 0 0,6-8 0 0 0,7-6 0 0 0,7-13 0 0 0,0 0 0 0 0,3-1 0 0 0,3 1 0 0 0,2-1 0 0 0,-2-1 0 0 0,-7 1 0 0 0,-6-1 0 0 0,-6 12 0 0 0,-3 15 0 0 0,-3 9 0 0 0,-1-1 0 0 0,-2-2 0 0 0,1-5 0 0 0,0-3 0 0 0,0-4 0 0 0,1-1 0 0 0,-1 2 0 0 0,7 4 0 0 0,1-3 0 0 0,6 0 0 0 0,1-3 0 0 0,-3-5 0 0 0,-2 0 0 0 0,-4 5 0 0 0,-1-3 0 0 0,-3 3 0 0 0,-1-2 0 0 0,0 1 0 0 0,-1 4 0 0 0,18 3 0 0 0,5-2 0 0 0,0-5 0 0 0,-5-1 0 0 0,1 3 0 0 0,-3-1 0 0 0,-3-6 0 0 0,-5-3 0 0 0,-3-5 0 0 0,-2 3 0 0 0,-1-5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3T08:18:15.784"/>
    </inkml:context>
    <inkml:brush xml:id="br0">
      <inkml:brushProperty name="width" value="0.1" units="cm"/>
      <inkml:brushProperty name="height" value="0.1" units="cm"/>
      <inkml:brushProperty name="color" value="#849398"/>
    </inkml:brush>
  </inkml:definitions>
  <inkml:trace contextRef="#ctx0" brushRef="#br0">21356 8890 16383 0 0,'0'6'0'0'0,"-17"13"0"0"0,-6 9 0 0 0,1 6 0 0 0,5 2 0 0 0,4 7 0 0 0,5 2 0 0 0,4-2 0 0 0,3-1 0 0 0,1 2 0 0 0,0 12 0 0 0,1 2 0 0 0,0 2 0 0 0,0-3 0 0 0,0 0 0 0 0,-1-4 0 0 0,0-5 0 0 0,-6 1 0 0 0,-7-3 0 0 0,-7-3 0 0 0,-1 2 0 0 0,-8 6 0 0 0,1-1 0 0 0,6-3 0 0 0,0 7 0 0 0,4 7 0 0 0,5 4 0 0 0,5-4 0 0 0,4 0 0 0 0,2-5 0 0 0,2-1 0 0 0,1 2 0 0 0,0-8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23T08:18:15.785"/>
    </inkml:context>
    <inkml:brush xml:id="br0">
      <inkml:brushProperty name="width" value="0.1" units="cm"/>
      <inkml:brushProperty name="height" value="0.1" units="cm"/>
      <inkml:brushProperty name="color" value="#849398"/>
    </inkml:brush>
  </inkml:definitions>
  <inkml:trace contextRef="#ctx0" brushRef="#br0">28115 9407 16383 0 0,'0'12'0'0'0,"0"9"0"0"0,-12 24 0 0 0,-26 27 0 0 0,-12 1 0 0 0,-16 6 0 0 0,-12 12 0 0 0,-6 2 0 0 0,7-9 0 0 0,4-8 0 0 0,15-10 0 0 0,17-6 0 0 0,16-7 0 0 0,12-1 0 0 0,8-3 0 0 0,5 6 0 0 0,3 12 0 0 0,0 11 0 0 0,0 9 0 0 0,-29 14 0 0 0,-33 17 0 0 0,-29 17 0 0 0,-11 4 0 0 0,5-11 0 0 0,19-16 0 0 0,22-16 0 0 0,20-6 0 0 0,16-14 0 0 0,-1-7 0 0 0,3-11 0 0 0,-2 3 0 0 0,2 2 0 0 0,-8 2 0 0 0,0-5 0 0 0,4-6 0 0 0,5-2 0 0 0,0-9 0 0 0,1 0 0 0 0,4-3 0 0 0,3 5 0 0 0,-4-1 0 0 0,-5-2 0 0 0,-6-2 0 0 0,1 4 0 0 0,3-1 0 0 0,5-7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4ABF46-9BE4-420E-A5C9-1CC26381DC72}" type="datetimeFigureOut">
              <a:t>8/24/2026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885969-CFC0-4C2A-95F3-9D3262A54653}" type="slidenum">
              <a:t>‹#›</a:t>
            </a:fld>
            <a:endParaRPr lang="en-US"/>
          </a:p>
        </p:txBody>
      </p:sp>
    </p:spTree>
    <p:extLst>
      <p:ext uri="{BB962C8B-B14F-4D97-AF65-F5344CB8AC3E}">
        <p14:creationId xmlns:p14="http://schemas.microsoft.com/office/powerpoint/2010/main" val="3882411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oi.org/10.1521/soco.23.1.91.59198" TargetMode="External"/><Relationship Id="rId7" Type="http://schemas.openxmlformats.org/officeDocument/2006/relationships/hyperlink" Target="https://doi.org/10.1038/s44159-024-00312-1"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doi.org/10.1007/s00779-009-0277-7" TargetMode="External"/><Relationship Id="rId5" Type="http://schemas.openxmlformats.org/officeDocument/2006/relationships/hyperlink" Target="https://doi.org/10.1037/xge0000055" TargetMode="External"/><Relationship Id="rId4" Type="http://schemas.openxmlformats.org/officeDocument/2006/relationships/hyperlink" Target="https://doi.org/10.1016/j.jml.2005.08.005"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Hi all! We are Team , and our team name is . Our project focuses on supporting relationships through nostalgia and reminiscence. We will be exploring what kinds of relationships these are, how people connect to memories, the objects that carry those memories, and more. Since this course is about Social and Mobile Computing, our focus is specifically on how people connect with or experience nostalgia together not just as an individual experience, but a shared one. To start, we spoke to tutors and students, and looked into existing research papers online, what kind of work has been done </a:t>
            </a:r>
            <a:endParaRPr lang="en-US">
              <a:ea typeface="Calibri" panose="020F0502020204030204"/>
              <a:cs typeface="Calibri" panose="020F0502020204030204"/>
            </a:endParaRPr>
          </a:p>
          <a:p>
            <a:endParaRPr lang="en-AU" i="1">
              <a:ea typeface="Calibri"/>
              <a:cs typeface="Calibri"/>
            </a:endParaRPr>
          </a:p>
        </p:txBody>
      </p:sp>
      <p:sp>
        <p:nvSpPr>
          <p:cNvPr id="4" name="Slide Number Placeholder 3"/>
          <p:cNvSpPr>
            <a:spLocks noGrp="1"/>
          </p:cNvSpPr>
          <p:nvPr>
            <p:ph type="sldNum" sz="quarter" idx="5"/>
          </p:nvPr>
        </p:nvSpPr>
        <p:spPr/>
        <p:txBody>
          <a:bodyPr/>
          <a:lstStyle/>
          <a:p>
            <a:fld id="{7B885969-CFC0-4C2A-95F3-9D3262A54653}" type="slidenum">
              <a:rPr lang="en-US"/>
              <a:t>1</a:t>
            </a:fld>
            <a:endParaRPr lang="en-US"/>
          </a:p>
        </p:txBody>
      </p:sp>
    </p:spTree>
    <p:extLst>
      <p:ext uri="{BB962C8B-B14F-4D97-AF65-F5344CB8AC3E}">
        <p14:creationId xmlns:p14="http://schemas.microsoft.com/office/powerpoint/2010/main" val="1039710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combined, diverse backgrounds in</a:t>
            </a:r>
            <a:r>
              <a:rPr lang="en-US" b="1"/>
              <a:t> </a:t>
            </a:r>
            <a:r>
              <a:rPr lang="en-US"/>
              <a:t>law, business, market strategy and analysis, and design and now converging into IT, design, and research, will help us shape this experience understanding the space, digging into the </a:t>
            </a:r>
            <a:r>
              <a:rPr lang="en-US" i="1"/>
              <a:t>why</a:t>
            </a:r>
            <a:r>
              <a:rPr lang="en-US"/>
              <a:t>, identifying current gaps, and executing effectively for this course. We also bring strong </a:t>
            </a:r>
            <a:r>
              <a:rPr lang="en-US" b="1"/>
              <a:t>v</a:t>
            </a:r>
            <a:r>
              <a:rPr lang="en-US"/>
              <a:t>isual and design </a:t>
            </a:r>
            <a:r>
              <a:rPr lang="en-US" err="1"/>
              <a:t>backrounds</a:t>
            </a:r>
            <a:r>
              <a:rPr lang="en-US"/>
              <a:t>, alongside </a:t>
            </a:r>
            <a:r>
              <a:rPr lang="en-US" b="1"/>
              <a:t> </a:t>
            </a:r>
            <a:r>
              <a:rPr lang="en-US"/>
              <a:t>technical development experience. And since we're all in our final year, team coordination and mutual understanding should come naturally.</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7B885969-CFC0-4C2A-95F3-9D3262A54653}" type="slidenum">
              <a:rPr lang="en-US"/>
              <a:t>2</a:t>
            </a:fld>
            <a:endParaRPr lang="en-US"/>
          </a:p>
        </p:txBody>
      </p:sp>
    </p:spTree>
    <p:extLst>
      <p:ext uri="{BB962C8B-B14F-4D97-AF65-F5344CB8AC3E}">
        <p14:creationId xmlns:p14="http://schemas.microsoft.com/office/powerpoint/2010/main" val="466615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Domain: We're looking at how people preserve and revisit memories, and how that affects their relationships and connection to their own past.
Why it matters:
- Reactive curation: nobody decides what matters upfront - they only sort it out once forced to, like running out of storage.
- Digital vs physical asymmetry: people hoard physical items because space feels endless, but delete digital memories constantly because storage runs out.
- Deliberately unopened memories: one interviewee kept a video of her grandmother she's never watched - preservation isn't always about wanting to revisit.
- Contested inheritance: some want to pass down objects, others explicitly want to pass down values instead - no consensus.
- Place-triggered recall: two interviewees independently described memories flooding back just from visiting a childhood location.
- Socially-learned methods: people are picking up preservation tricks like flower-drying from Instagram, not from family.
Evidence: Based on 3 semi-structured interviews across age groups - 60+, late 20s, early 20s.
Branches of nostalgia: personal (your own past) vs collective (shared cultural past); restorative (wanting it back) vs reflective (making peace with it); social nostalgia specifically tied to people, which ties back to our domain title; and sensory triggers as the practical entry point - smell, music, place, photos.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shared audio capsule for a family or friend group. Each member records periodically (weekly/monthly). Individual recordings show up as living visual elements on a shared tree  flowers glow when someone's doing well, leaves dim when someone's struggling. Once a year, at a "harvest" point, accumulated recordings crystallize into fruit  a compiled memory of what the group grew through together.</a:t>
            </a:r>
            <a:endParaRPr lang="en-US">
              <a:solidFill>
                <a:srgbClr val="444444"/>
              </a:solidFill>
            </a:endParaRPr>
          </a:p>
          <a:p>
            <a:endParaRPr lang="en-US">
              <a:solidFill>
                <a:srgbClr val="444444"/>
              </a:solidFill>
            </a:endParaRPr>
          </a:p>
          <a:p>
            <a:r>
              <a:rPr lang="en-US"/>
              <a:t>1- Digital time capsule – time capsules are done among a group of friends of any age and mix to collectively preserve their memories in a container to revisit it after a certain agreed number of years. For example, a group of friends in a university, in their graduation party would get together and put some class notes, photos, notes to future selves, </a:t>
            </a:r>
            <a:r>
              <a:rPr lang="en-US" err="1"/>
              <a:t>uni</a:t>
            </a:r>
            <a:r>
              <a:rPr lang="en-US"/>
              <a:t> memorabilia, and various items into a container and bury it in a marked place and pledge to get together after 20 years to unearth it and cherish their memories. We want to extend this experience to have a mobile and digital experience given the challenges of full-physical time capsule like limited space to bury, rapidly changing landscapes and geographical distances of people from one another (friends).</a:t>
            </a:r>
            <a:endParaRPr lang="en-US">
              <a:solidFill>
                <a:srgbClr val="444444"/>
              </a:solidFill>
            </a:endParaRPr>
          </a:p>
          <a:p>
            <a:endParaRPr lang="en-US">
              <a:solidFill>
                <a:srgbClr val="444444"/>
              </a:solidFill>
            </a:endParaRPr>
          </a:p>
          <a:p>
            <a:r>
              <a:rPr lang="en-US"/>
              <a:t>2- What did it look like then? - People both locals and visitors alike often wonder how certain places looked like in the past and how it changed over the time. Photographic preservation of 'places' often happen spontaneously without intentional preservation for the future. Specially public places. For example - what did this house look like in 2015 might be a very difficult thing to </a:t>
            </a:r>
            <a:r>
              <a:rPr lang="en-US" err="1"/>
              <a:t>visualise</a:t>
            </a:r>
            <a:r>
              <a:rPr lang="en-US"/>
              <a:t> and refer, unless someone accidently took a picture then, often not archived. We want to explore a social collaboration which supports creating these memories by installing signals which reminds public to take a picture of the object and upload it to the identified destination in the public web. The signal, imagine a light installed on a lamp-post by the great-court at UQ would turn red on a given month annually which is the signal for somebody who walks by to take a picture and upload it to the memory time-line of the great-court.</a:t>
            </a:r>
            <a:endParaRPr lang="en-US">
              <a:solidFill>
                <a:srgbClr val="444444"/>
              </a:solidFill>
            </a:endParaRPr>
          </a:p>
          <a:p>
            <a:endParaRPr lang="en-US">
              <a:ea typeface="Calibri"/>
              <a:cs typeface="Calibri"/>
            </a:endParaRPr>
          </a:p>
          <a:p>
            <a:endParaRPr lang="en-US">
              <a:ea typeface="Calibri"/>
              <a:cs typeface="Calibri"/>
            </a:endParaRPr>
          </a:p>
          <a:p>
            <a:pPr>
              <a:buNone/>
            </a:pPr>
            <a:r>
              <a:rPr lang="en-US" sz="1200">
                <a:ea typeface="+mn-lt"/>
                <a:cs typeface="+mn-lt"/>
              </a:rPr>
              <a:t>Bluck, S., Alea, N., Habermas, T., &amp; Rubin, D. C. (2005). A tale of three functions: The self-reported uses of autobiographical memory. </a:t>
            </a:r>
            <a:r>
              <a:rPr lang="en-US" sz="1200" i="1">
                <a:ea typeface="+mn-lt"/>
                <a:cs typeface="+mn-lt"/>
              </a:rPr>
              <a:t>Social Cognition, 23</a:t>
            </a:r>
            <a:r>
              <a:rPr lang="en-US" sz="1200">
                <a:ea typeface="+mn-lt"/>
                <a:cs typeface="+mn-lt"/>
              </a:rPr>
              <a:t>(1), 91–117. </a:t>
            </a:r>
            <a:r>
              <a:rPr lang="en-US" sz="1200">
                <a:ea typeface="+mn-lt"/>
                <a:cs typeface="+mn-lt"/>
                <a:hlinkClick r:id="rId3"/>
              </a:rPr>
              <a:t>https://doi.org/10.1521/soco.23.1.91.59198</a:t>
            </a:r>
            <a:endParaRPr lang="en-US" sz="1200">
              <a:ea typeface="+mn-lt"/>
              <a:cs typeface="+mn-lt"/>
            </a:endParaRPr>
          </a:p>
          <a:p>
            <a:pPr>
              <a:buNone/>
            </a:pPr>
            <a:endParaRPr lang="en-US" sz="1200"/>
          </a:p>
          <a:p>
            <a:pPr>
              <a:buNone/>
            </a:pPr>
            <a:r>
              <a:rPr lang="en-US" sz="1200">
                <a:ea typeface="+mn-lt"/>
                <a:cs typeface="+mn-lt"/>
              </a:rPr>
              <a:t>Conway, M. A. (2005). Memory and the self. </a:t>
            </a:r>
            <a:r>
              <a:rPr lang="en-US" sz="1200" i="1">
                <a:ea typeface="+mn-lt"/>
                <a:cs typeface="+mn-lt"/>
              </a:rPr>
              <a:t>Journal of Memory and Language, 53</a:t>
            </a:r>
            <a:r>
              <a:rPr lang="en-US" sz="1200">
                <a:ea typeface="+mn-lt"/>
                <a:cs typeface="+mn-lt"/>
              </a:rPr>
              <a:t>(4), 594–628. </a:t>
            </a:r>
            <a:r>
              <a:rPr lang="en-US" sz="1200">
                <a:ea typeface="+mn-lt"/>
                <a:cs typeface="+mn-lt"/>
                <a:hlinkClick r:id="rId4"/>
              </a:rPr>
              <a:t>https://doi.org/10.1016/j.jml.2005.08.005</a:t>
            </a:r>
            <a:endParaRPr lang="en-US" sz="1200"/>
          </a:p>
          <a:p>
            <a:pPr>
              <a:buNone/>
            </a:pPr>
            <a:endParaRPr lang="en-US" sz="1200">
              <a:ea typeface="+mn-lt"/>
              <a:cs typeface="+mn-lt"/>
            </a:endParaRPr>
          </a:p>
          <a:p>
            <a:pPr>
              <a:buNone/>
            </a:pPr>
            <a:r>
              <a:rPr lang="en-US" sz="1200">
                <a:ea typeface="+mn-lt"/>
                <a:cs typeface="+mn-lt"/>
              </a:rPr>
              <a:t>Hirst, W., Phelps, E. A., </a:t>
            </a:r>
            <a:r>
              <a:rPr lang="en-US" sz="1200" err="1">
                <a:ea typeface="+mn-lt"/>
                <a:cs typeface="+mn-lt"/>
              </a:rPr>
              <a:t>Meksin</a:t>
            </a:r>
            <a:r>
              <a:rPr lang="en-US" sz="1200">
                <a:ea typeface="+mn-lt"/>
                <a:cs typeface="+mn-lt"/>
              </a:rPr>
              <a:t>, R., Vaidya, C. J., Johnson, M. K., Mitchell, K. J., Buckner, R. L., </a:t>
            </a:r>
            <a:r>
              <a:rPr lang="en-US" sz="1200" err="1">
                <a:ea typeface="+mn-lt"/>
                <a:cs typeface="+mn-lt"/>
              </a:rPr>
              <a:t>Budson</a:t>
            </a:r>
            <a:r>
              <a:rPr lang="en-US" sz="1200">
                <a:ea typeface="+mn-lt"/>
                <a:cs typeface="+mn-lt"/>
              </a:rPr>
              <a:t>, A. E., Gabrieli, J. D. E., Lustig, C., Mather, M., Ochsner, K. N., Schacter, D. L., Simons, J. S., Lyle, K. </a:t>
            </a:r>
          </a:p>
          <a:p>
            <a:pPr>
              <a:buNone/>
            </a:pPr>
            <a:endParaRPr lang="en-US" sz="1200">
              <a:ea typeface="+mn-lt"/>
              <a:cs typeface="+mn-lt"/>
            </a:endParaRPr>
          </a:p>
          <a:p>
            <a:pPr>
              <a:buNone/>
            </a:pPr>
            <a:r>
              <a:rPr lang="en-US" sz="1200">
                <a:ea typeface="+mn-lt"/>
                <a:cs typeface="+mn-lt"/>
              </a:rPr>
              <a:t>B., Cuc, A. F., &amp; Olsson, A. (2015). A ten-year follow-up of a study of memory for the attack of September 11, 2001: Flashbulb memories and memories for flashbulb events. </a:t>
            </a:r>
            <a:r>
              <a:rPr lang="en-US" sz="1200" i="1">
                <a:ea typeface="+mn-lt"/>
                <a:cs typeface="+mn-lt"/>
              </a:rPr>
              <a:t>Journal of Experimental Psychology: General, 144</a:t>
            </a:r>
            <a:r>
              <a:rPr lang="en-US" sz="1200">
                <a:ea typeface="+mn-lt"/>
                <a:cs typeface="+mn-lt"/>
              </a:rPr>
              <a:t>(3), 604–623. </a:t>
            </a:r>
            <a:r>
              <a:rPr lang="en-US" sz="1200">
                <a:ea typeface="+mn-lt"/>
                <a:cs typeface="+mn-lt"/>
                <a:hlinkClick r:id="rId5"/>
              </a:rPr>
              <a:t>https://doi.org/10.1037/xge0000055</a:t>
            </a:r>
            <a:endParaRPr lang="en-US" sz="1200"/>
          </a:p>
          <a:p>
            <a:pPr>
              <a:buNone/>
            </a:pPr>
            <a:endParaRPr lang="en-US" sz="1200">
              <a:ea typeface="+mn-lt"/>
              <a:cs typeface="+mn-lt"/>
            </a:endParaRPr>
          </a:p>
          <a:p>
            <a:pPr>
              <a:buNone/>
            </a:pPr>
            <a:r>
              <a:rPr lang="en-US" sz="1200">
                <a:ea typeface="+mn-lt"/>
                <a:cs typeface="+mn-lt"/>
              </a:rPr>
              <a:t>Petrelli, D., &amp; Whittaker, S. (2010). Family memories in the home: Contrasting physical and digital mementos. Personal and Ubiquitous Computing, 14(2), 153–169. </a:t>
            </a:r>
            <a:r>
              <a:rPr lang="en-US" sz="1200">
                <a:ea typeface="+mn-lt"/>
                <a:cs typeface="+mn-lt"/>
                <a:hlinkClick r:id="rId6"/>
              </a:rPr>
              <a:t>https://doi.org/10.1007/s00779-009-0277-7</a:t>
            </a:r>
            <a:r>
              <a:rPr lang="en-US" sz="1200">
                <a:ea typeface="+mn-lt"/>
                <a:cs typeface="+mn-lt"/>
              </a:rPr>
              <a:t> </a:t>
            </a:r>
            <a:endParaRPr lang="en-US"/>
          </a:p>
          <a:p>
            <a:pPr>
              <a:buNone/>
            </a:pPr>
            <a:endParaRPr lang="en-US" sz="1200">
              <a:ea typeface="+mn-lt"/>
              <a:cs typeface="+mn-lt"/>
            </a:endParaRPr>
          </a:p>
          <a:p>
            <a:pPr>
              <a:buNone/>
            </a:pPr>
            <a:r>
              <a:rPr lang="en-US" sz="1200">
                <a:ea typeface="+mn-lt"/>
                <a:cs typeface="+mn-lt"/>
              </a:rPr>
              <a:t>Wardell, V., &amp; Palombo, D. J. (2024). Stability and malleability of emotional autobiographical memories. </a:t>
            </a:r>
            <a:r>
              <a:rPr lang="en-US" sz="1200" i="1">
                <a:ea typeface="+mn-lt"/>
                <a:cs typeface="+mn-lt"/>
              </a:rPr>
              <a:t>Nature Reviews Psychology, 3</a:t>
            </a:r>
            <a:r>
              <a:rPr lang="en-US" sz="1200">
                <a:ea typeface="+mn-lt"/>
                <a:cs typeface="+mn-lt"/>
              </a:rPr>
              <a:t>(6), 393–406. </a:t>
            </a:r>
            <a:r>
              <a:rPr lang="en-US" sz="1200">
                <a:ea typeface="+mn-lt"/>
                <a:cs typeface="+mn-lt"/>
                <a:hlinkClick r:id="rId7"/>
              </a:rPr>
              <a:t>https://doi.org/10.1038/s44159-024-00312-1</a:t>
            </a:r>
            <a:endParaRPr lang="en-US" sz="1200"/>
          </a:p>
          <a:p>
            <a:endParaRPr lang="en-US">
              <a:ea typeface="Calibri"/>
              <a:cs typeface="Calibri"/>
            </a:endParaRPr>
          </a:p>
        </p:txBody>
      </p:sp>
      <p:sp>
        <p:nvSpPr>
          <p:cNvPr id="4" name="Slide Number Placeholder 3"/>
          <p:cNvSpPr>
            <a:spLocks noGrp="1"/>
          </p:cNvSpPr>
          <p:nvPr>
            <p:ph type="sldNum" sz="quarter" idx="5"/>
          </p:nvPr>
        </p:nvSpPr>
        <p:spPr/>
        <p:txBody>
          <a:bodyPr/>
          <a:lstStyle/>
          <a:p>
            <a:fld id="{7B885969-CFC0-4C2A-95F3-9D3262A54653}" type="slidenum">
              <a:rPr lang="en-US"/>
              <a:t>4</a:t>
            </a:fld>
            <a:endParaRPr lang="en-US"/>
          </a:p>
        </p:txBody>
      </p:sp>
    </p:spTree>
    <p:extLst>
      <p:ext uri="{BB962C8B-B14F-4D97-AF65-F5344CB8AC3E}">
        <p14:creationId xmlns:p14="http://schemas.microsoft.com/office/powerpoint/2010/main" val="3366723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a:t>Still to Figure Out</a:t>
            </a:r>
            <a:endParaRPr lang="en-US">
              <a:solidFill>
                <a:srgbClr val="444444"/>
              </a:solidFill>
            </a:endParaRPr>
          </a:p>
          <a:p>
            <a:endParaRPr lang="en-US">
              <a:solidFill>
                <a:srgbClr val="444444"/>
              </a:solidFill>
            </a:endParaRPr>
          </a:p>
          <a:p>
            <a:r>
              <a:rPr lang="en-US"/>
              <a:t>Which concept direction fits real groups</a:t>
            </a:r>
            <a:endParaRPr lang="en-US">
              <a:solidFill>
                <a:srgbClr val="444444"/>
              </a:solidFill>
            </a:endParaRPr>
          </a:p>
          <a:p>
            <a:pPr marL="171450" indent="-171450">
              <a:buFont typeface="Arial"/>
              <a:buChar char="•"/>
            </a:pPr>
            <a:r>
              <a:rPr lang="en-US"/>
              <a:t>We have several variations on the table at the moment, like a simple digital time-capsule, digital memory bubble, house stories, NFC tags to access memories, Digital memory museum, Digital reunion, etc.</a:t>
            </a:r>
            <a:endParaRPr lang="en-US">
              <a:solidFill>
                <a:srgbClr val="444444"/>
              </a:solidFill>
            </a:endParaRPr>
          </a:p>
          <a:p>
            <a:pPr marL="171450" indent="-171450">
              <a:buFont typeface="Arial"/>
              <a:buChar char="•"/>
            </a:pPr>
            <a:r>
              <a:rPr lang="en-US"/>
              <a:t>We as a group don’t yet know which one actually resonates with people vs which one sounds interesting to them</a:t>
            </a:r>
            <a:endParaRPr lang="en-US">
              <a:solidFill>
                <a:srgbClr val="444444"/>
              </a:solidFill>
            </a:endParaRPr>
          </a:p>
          <a:p>
            <a:endParaRPr lang="en-US">
              <a:solidFill>
                <a:srgbClr val="444444"/>
              </a:solidFill>
            </a:endParaRPr>
          </a:p>
          <a:p>
            <a:r>
              <a:rPr lang="en-US"/>
              <a:t>Nostalgia vs. Reflective-memory</a:t>
            </a:r>
            <a:endParaRPr lang="en-US">
              <a:solidFill>
                <a:srgbClr val="444444"/>
              </a:solidFill>
            </a:endParaRPr>
          </a:p>
          <a:p>
            <a:pPr marL="171450" indent="-171450">
              <a:buFont typeface="Arial"/>
              <a:buChar char="•"/>
            </a:pPr>
            <a:r>
              <a:rPr lang="en-US"/>
              <a:t>our research lead to an important distinction</a:t>
            </a:r>
            <a:endParaRPr lang="en-US">
              <a:solidFill>
                <a:srgbClr val="444444"/>
              </a:solidFill>
              <a:ea typeface="Calibri" panose="020F0502020204030204"/>
              <a:cs typeface="Calibri" panose="020F0502020204030204"/>
            </a:endParaRPr>
          </a:p>
          <a:p>
            <a:pPr marL="171450" indent="-171450">
              <a:buFont typeface="Arial"/>
              <a:buChar char="•"/>
            </a:pPr>
            <a:r>
              <a:rPr lang="en-US"/>
              <a:t>Do individuals look back fondly for the nostalgia or do they grow from a memory and reflect</a:t>
            </a:r>
            <a:endParaRPr lang="en-US">
              <a:solidFill>
                <a:srgbClr val="444444"/>
              </a:solidFill>
              <a:ea typeface="Calibri" panose="020F0502020204030204"/>
              <a:cs typeface="Calibri" panose="020F0502020204030204"/>
            </a:endParaRPr>
          </a:p>
          <a:p>
            <a:pPr marL="171450" indent="-171450">
              <a:buFont typeface="Arial"/>
              <a:buChar char="•"/>
            </a:pPr>
            <a:r>
              <a:rPr lang="en-US"/>
              <a:t>Both can lead to different design</a:t>
            </a:r>
            <a:endParaRPr lang="en-US">
              <a:solidFill>
                <a:srgbClr val="444444"/>
              </a:solidFill>
              <a:ea typeface="Calibri" panose="020F0502020204030204"/>
              <a:cs typeface="Calibri" panose="020F0502020204030204"/>
            </a:endParaRPr>
          </a:p>
          <a:p>
            <a:pPr marL="171450" indent="-171450">
              <a:buFont typeface="Arial"/>
              <a:buChar char="•"/>
            </a:pPr>
            <a:r>
              <a:rPr lang="en-US"/>
              <a:t>Need to find out which framing our target audience want </a:t>
            </a:r>
            <a:endParaRPr lang="en-US">
              <a:solidFill>
                <a:srgbClr val="444444"/>
              </a:solidFill>
              <a:ea typeface="Calibri" panose="020F0502020204030204"/>
              <a:cs typeface="Calibri" panose="020F0502020204030204"/>
            </a:endParaRPr>
          </a:p>
          <a:p>
            <a:endParaRPr lang="en-US">
              <a:solidFill>
                <a:srgbClr val="444444"/>
              </a:solidFill>
            </a:endParaRPr>
          </a:p>
          <a:p>
            <a:r>
              <a:rPr lang="en-US"/>
              <a:t>Will group of people commit to the “vow to return”</a:t>
            </a:r>
            <a:endParaRPr lang="en-US">
              <a:solidFill>
                <a:srgbClr val="444444"/>
              </a:solidFill>
            </a:endParaRPr>
          </a:p>
          <a:p>
            <a:pPr marL="171450" indent="-171450">
              <a:buFont typeface="Arial"/>
              <a:buChar char="•"/>
            </a:pPr>
            <a:r>
              <a:rPr lang="en-US"/>
              <a:t>This is the core concept of our domain topic but not tested</a:t>
            </a:r>
            <a:endParaRPr lang="en-US">
              <a:solidFill>
                <a:srgbClr val="444444"/>
              </a:solidFill>
              <a:ea typeface="Calibri" panose="020F0502020204030204"/>
              <a:cs typeface="Calibri" panose="020F0502020204030204"/>
            </a:endParaRPr>
          </a:p>
          <a:p>
            <a:pPr marL="171450" indent="-171450">
              <a:buFont typeface="Arial"/>
              <a:buChar char="•"/>
            </a:pPr>
            <a:r>
              <a:rPr lang="en-US"/>
              <a:t>Does shared future date get </a:t>
            </a:r>
            <a:r>
              <a:rPr lang="en-US" err="1"/>
              <a:t>honoured</a:t>
            </a:r>
            <a:r>
              <a:rPr lang="en-US"/>
              <a:t> in real life? Or does it become something groups abandon</a:t>
            </a:r>
            <a:endParaRPr lang="en-US">
              <a:solidFill>
                <a:srgbClr val="444444"/>
              </a:solidFill>
              <a:ea typeface="Calibri" panose="020F0502020204030204"/>
              <a:cs typeface="Calibri" panose="020F0502020204030204"/>
            </a:endParaRPr>
          </a:p>
          <a:p>
            <a:endParaRPr lang="en-US">
              <a:solidFill>
                <a:srgbClr val="444444"/>
              </a:solidFill>
            </a:endParaRPr>
          </a:p>
          <a:p>
            <a:r>
              <a:rPr lang="en-US"/>
              <a:t>How our gap differs from existing solo-focused tools</a:t>
            </a:r>
            <a:endParaRPr lang="en-US">
              <a:solidFill>
                <a:srgbClr val="444444"/>
              </a:solidFill>
            </a:endParaRPr>
          </a:p>
          <a:p>
            <a:pPr marL="171450" indent="-171450">
              <a:buFont typeface="Arial"/>
              <a:buChar char="•"/>
            </a:pPr>
            <a:r>
              <a:rPr lang="en-US"/>
              <a:t>Several existing time capsule apps already exist as mentioned before, but most appear for individual use. </a:t>
            </a:r>
            <a:endParaRPr lang="en-US">
              <a:solidFill>
                <a:srgbClr val="444444"/>
              </a:solidFill>
            </a:endParaRPr>
          </a:p>
          <a:p>
            <a:pPr marL="171450" indent="-171450">
              <a:buFont typeface="Arial"/>
              <a:buChar char="•"/>
            </a:pPr>
            <a:r>
              <a:rPr lang="en-US"/>
              <a:t>Research and understand why no one has built a group version yet.</a:t>
            </a:r>
            <a:endParaRPr lang="en-US">
              <a:solidFill>
                <a:srgbClr val="444444"/>
              </a:solidFill>
            </a:endParaRPr>
          </a:p>
          <a:p>
            <a:endParaRPr lang="en-US">
              <a:solidFill>
                <a:srgbClr val="444444"/>
              </a:solidFill>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7B885969-CFC0-4C2A-95F3-9D3262A54653}" type="slidenum">
              <a:rPr lang="en-US"/>
              <a:t>6</a:t>
            </a:fld>
            <a:endParaRPr lang="en-US"/>
          </a:p>
        </p:txBody>
      </p:sp>
    </p:spTree>
    <p:extLst>
      <p:ext uri="{BB962C8B-B14F-4D97-AF65-F5344CB8AC3E}">
        <p14:creationId xmlns:p14="http://schemas.microsoft.com/office/powerpoint/2010/main" val="18848560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noChangeAspect="1"/>
          </p:cNvSpPr>
          <p:nvPr>
            <p:ph type="pic" sz="quarter" idx="14" hasCustomPrompt="1"/>
          </p:nvPr>
        </p:nvSpPr>
        <p:spPr>
          <a:xfrm>
            <a:off x="5503863" y="1354138"/>
            <a:ext cx="5322887" cy="4481512"/>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r>
              <a:rPr lang="en-US"/>
              <a:t>
              </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F695BADC-4FD4-44DC-8CD5-A8F9C57A8D9D}" type="datetimeFigureOut">
              <a:rPr lang="en-US" dirty="0"/>
              <a:t>8/24/2026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012596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D849E410-BE9E-427B-BCB5-604E33C4348E}"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67746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noChangeAspect="1"/>
          </p:cNvSpPr>
          <p:nvPr>
            <p:ph type="pic" sz="quarter" idx="13" hasCustomPrompt="1"/>
          </p:nvPr>
        </p:nvSpPr>
        <p:spPr>
          <a:xfrm>
            <a:off x="-791" y="1371600"/>
            <a:ext cx="6706392" cy="54864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27F8DDA4-3B80-4E8A-A8F5-521F73BF9127}" type="slidenum">
              <a:rPr lang="en-US" dirty="0"/>
              <a:t>‹#›</a:t>
            </a:fld>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D666FC17-48E9-4EB3-BB0E-C81F4FBF1D65}" type="datetimeFigureOut">
              <a:rPr lang="en-US" dirty="0"/>
              <a:t>8/24/2026</a:t>
            </a:fld>
            <a:endParaRPr lang="en-US"/>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r>
              <a:rPr lang="en-US"/>
              <a:t>
              </a:t>
            </a:r>
          </a:p>
        </p:txBody>
      </p:sp>
    </p:spTree>
    <p:extLst>
      <p:ext uri="{BB962C8B-B14F-4D97-AF65-F5344CB8AC3E}">
        <p14:creationId xmlns:p14="http://schemas.microsoft.com/office/powerpoint/2010/main" val="2584793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r>
              <a:rPr lang="en-US"/>
              <a:t>
              </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DFE1FB2C-1600-49CF-ABE3-F2743AC651C3}" type="datetimeFigureOut">
              <a:rPr lang="en-US" dirty="0"/>
              <a:t>8/24/2026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989763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r>
              <a:rPr lang="en-US"/>
              <a:t>
              </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F205D05A-BA39-4B06-B20A-BF32BF994A68}" type="datetimeFigureOut">
              <a:rPr lang="en-US" dirty="0"/>
              <a:t>8/24/2026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1889416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6C2206C6-C6B2-4E06-A7AA-7F308C2F851D}"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884256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D1188C7A-78DB-4967-8643-716598F25D97}"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27F8DDA4-3B80-4E8A-A8F5-521F73BF9127}" type="slidenum">
              <a:rPr lang="en-US" dirty="0"/>
              <a:t>‹#›</a:t>
            </a:fld>
            <a:endParaRPr lang="en-US"/>
          </a:p>
        </p:txBody>
      </p:sp>
      <p:sp>
        <p:nvSpPr>
          <p:cNvPr id="14" name="Picture Placeholder 13">
            <a:extLst>
              <a:ext uri="{FF2B5EF4-FFF2-40B4-BE49-F238E27FC236}">
                <a16:creationId xmlns:a16="http://schemas.microsoft.com/office/drawing/2014/main" id="{1DA62460-475C-38E7-135D-916B98438D09}"/>
              </a:ext>
            </a:extLst>
          </p:cNvPr>
          <p:cNvSpPr>
            <a:spLocks noGrp="1" noChangeAspect="1"/>
          </p:cNvSpPr>
          <p:nvPr>
            <p:ph type="pic" sz="quarter" idx="13" hasCustomPrompt="1"/>
          </p:nvPr>
        </p:nvSpPr>
        <p:spPr>
          <a:xfrm>
            <a:off x="8763000" y="3415504"/>
            <a:ext cx="3429000" cy="3442496"/>
          </a:xfrm>
          <a:blipFill>
            <a:blip r:embed="rId2">
              <a:alphaModFix amt="70000"/>
            </a:blip>
            <a:stretch>
              <a:fillRect/>
            </a:stretch>
          </a:blipFill>
        </p:spPr>
        <p:txBody>
          <a:bodyPr anchor="t"/>
          <a:lstStyle>
            <a:lvl1pPr marL="0" indent="0">
              <a:buNone/>
              <a:defRPr/>
            </a:lvl1pPr>
          </a:lstStyle>
          <a:p>
            <a:endParaRPr/>
          </a:p>
        </p:txBody>
      </p:sp>
    </p:spTree>
    <p:extLst>
      <p:ext uri="{BB962C8B-B14F-4D97-AF65-F5344CB8AC3E}">
        <p14:creationId xmlns:p14="http://schemas.microsoft.com/office/powerpoint/2010/main" val="1560356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2E394BC2-7D23-4352-8AF3-6A490B666FB8}"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435092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4758A600-6D87-4303-8A2F-171F72E22375}"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202876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0"/>
            <a:ext cx="3124200" cy="68580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FBFC4637-11C9-448C-8D4C-0CD0AE46C949}"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5452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0"/>
            <a:ext cx="5486400" cy="55626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F79E3CBC-A2D6-42D3-976A-174CF7E26BA0}"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35007072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noChangeAspect="1"/>
          </p:cNvSpPr>
          <p:nvPr>
            <p:ph type="pic" sz="quarter" idx="13" hasCustomPrompt="1"/>
          </p:nvPr>
        </p:nvSpPr>
        <p:spPr>
          <a:xfrm>
            <a:off x="4800601" y="0"/>
            <a:ext cx="7391400" cy="5562600"/>
          </a:xfrm>
          <a:blipFill>
            <a:blip r:embed="rId2">
              <a:alphaModFix amt="70000"/>
            </a:blip>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917E8D86-1037-438D-973A-F8D03A01BF16}"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7858140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noChangeAspect="1"/>
          </p:cNvSpPr>
          <p:nvPr>
            <p:ph type="pic" sz="quarter" idx="13" hasCustomPrompt="1"/>
          </p:nvPr>
        </p:nvSpPr>
        <p:spPr>
          <a:xfrm>
            <a:off x="7391400" y="0"/>
            <a:ext cx="4800600" cy="5562600"/>
          </a:xfrm>
          <a:blipFill>
            <a:blip r:embed="rId2">
              <a:alphaModFix amt="70000"/>
            </a:blip>
            <a:stretch>
              <a:fillRect/>
            </a:stretch>
          </a:blipFill>
        </p:spPr>
        <p:txBody>
          <a:bodyPr anchor="t"/>
          <a:lstStyle>
            <a:lvl1pPr marL="0" indent="0">
              <a:buNone/>
              <a:defRPr/>
            </a:lvl1pPr>
          </a:lstStyle>
          <a:p>
            <a:endParaRP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B0ECE3E5-DEB1-48A2-A1A9-7ABBE9A784F7}"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0231523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0"/>
            <a:ext cx="7848600" cy="6858000"/>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2B950759-980B-4783-B58D-96B69BC77CA8}"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4350214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noChangeAspect="1"/>
          </p:cNvSpPr>
          <p:nvPr>
            <p:ph type="pic" sz="quarter" idx="13" hasCustomPrompt="1"/>
          </p:nvPr>
        </p:nvSpPr>
        <p:spPr>
          <a:xfrm>
            <a:off x="0" y="1"/>
            <a:ext cx="12192000" cy="6858000"/>
          </a:xfrm>
          <a:custGeom>
            <a:avLst/>
            <a:gdLst/>
            <a:ahLst/>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chor="t">
            <a:noAutofit/>
          </a:bodyPr>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75D8CBF3-D33E-488B-BE09-B302C3504935}"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678915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noChangeAspect="1"/>
          </p:cNvSpPr>
          <p:nvPr>
            <p:ph type="pic" sz="quarter" idx="13" hasCustomPrompt="1"/>
          </p:nvPr>
        </p:nvSpPr>
        <p:spPr>
          <a:xfrm>
            <a:off x="0" y="0"/>
            <a:ext cx="12191999" cy="4114800"/>
          </a:xfrm>
          <a:blipFill>
            <a:blip r:embed="rId2">
              <a:alphaModFix amt="70000"/>
            </a:blip>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49885C97-4180-47D6-BA3E-83C74E1B1903}"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2661045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a:t>Click to edit Master title style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r>
              <a:rPr lang="en-US"/>
              <a:t>
              </a:t>
            </a:r>
          </a:p>
        </p:txBody>
      </p:sp>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1371600"/>
            <a:ext cx="7391402" cy="5486400"/>
          </a:xfrm>
          <a:blipFill>
            <a:blip r:embed="rId2">
              <a:alphaModFix amt="70000"/>
            </a:blip>
            <a:stretch>
              <a:fillRect/>
            </a:stretch>
          </a:blipFill>
        </p:spPr>
        <p:txBody>
          <a:bodyPr anchor="t"/>
          <a:lstStyle>
            <a:lvl1pPr marL="0" indent="0">
              <a:buNone/>
              <a:defRPr/>
            </a:lvl1pPr>
          </a:lstStyle>
          <a:p>
            <a:endParaRP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9C7720E7-9D70-4C91-9C55-B922EC8FF4E1}"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05097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noChangeAspect="1"/>
          </p:cNvSpPr>
          <p:nvPr>
            <p:ph type="pic" sz="quarter" idx="13" hasCustomPrompt="1"/>
          </p:nvPr>
        </p:nvSpPr>
        <p:spPr>
          <a:xfrm>
            <a:off x="0" y="1"/>
            <a:ext cx="4800600" cy="4822372"/>
          </a:xfrm>
          <a:blipFill>
            <a:blip r:embed="rId2">
              <a:alphaModFix amt="70000"/>
            </a:blip>
            <a:stretch>
              <a:fillRect/>
            </a:stretch>
          </a:blipFill>
        </p:spPr>
        <p:txBody>
          <a:bodyPr anchor="t"/>
          <a:lstStyle>
            <a:lvl1pPr marL="0" indent="0">
              <a:buNone/>
              <a:defRPr/>
            </a:lvl1pPr>
          </a:lstStyle>
          <a:p>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A25B1B0E-4CBA-421A-9FF9-BD907EE313C7}"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7429233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E5E07D1D-D1D5-479B-A8E5-C908666570C8}"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dirty="0"/>
              <a:t>‹#›</a:t>
            </a:fld>
            <a:endParaRPr lang="en-US"/>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58582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90907655-BDED-4A88-9727-947E02456645}"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32473445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r>
              <a:rPr lang="en-US"/>
              <a:t>
              </a:t>
            </a:r>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D348C769-7AB4-4647-BD58-CC3E9CA66889}" type="datetimeFigureOut">
              <a:rPr lang="en-US" dirty="0"/>
              <a:t>8/24/2026</a:t>
            </a:fld>
            <a:endParaRPr lang="en-US"/>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13067038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r>
              <a:rPr lang="en-US"/>
              <a:t>
              </a:t>
            </a:r>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B3C0EDEC-0890-4E6D-9DE0-ECAF543851A7}" type="datetimeFigureOut">
              <a:rPr lang="en-US" dirty="0"/>
              <a:t>8/24/2026</a:t>
            </a:fld>
            <a:endParaRPr lang="en-US"/>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10778253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a:t>Click to edit Master title style</a:t>
            </a:r>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r>
              <a:rPr lang="en-US"/>
              <a:t>
              </a:t>
            </a:r>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2DD88318-BA47-4AD0-805B-25EB53D81BBB}" type="datetimeFigureOut">
              <a:rPr lang="en-US" dirty="0"/>
              <a:t>8/24/2026</a:t>
            </a:fld>
            <a:endParaRPr lang="en-US"/>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34129712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a:t>Click to edit Master title style</a:t>
            </a:r>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30AD3F20-2AB6-4A04-8E99-A7FB006776B6}" type="datetimeFigureOut">
              <a:rPr lang="en-US" dirty="0"/>
              <a:t>8/24/2026</a:t>
            </a:fld>
            <a:endParaRPr lang="en-US"/>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53323024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r>
              <a:rPr lang="en-US"/>
              <a:t>
              </a:t>
            </a:r>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3AEA2087-1351-4A66-BC4B-B8C73F209E6A}" type="datetimeFigureOut">
              <a:rPr lang="en-US" dirty="0"/>
              <a:t>8/24/2026</a:t>
            </a:fld>
            <a:endParaRPr lang="en-US"/>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27777873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A8EB468F-DE53-43FF-8B87-9F03EBF19C21}"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34999138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r>
              <a:rPr lang="en-US"/>
              <a:t>
              </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77D9A748-B116-46F1-81D5-0BE225FE4EB1}" type="datetimeFigureOut">
              <a:rPr lang="en-US" dirty="0"/>
              <a:t>8/24/2026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dirty="0"/>
              <a:t>‹#›</a:t>
            </a:fld>
            <a:endParaRPr lang="en-US"/>
          </a:p>
        </p:txBody>
      </p:sp>
    </p:spTree>
    <p:extLst>
      <p:ext uri="{BB962C8B-B14F-4D97-AF65-F5344CB8AC3E}">
        <p14:creationId xmlns:p14="http://schemas.microsoft.com/office/powerpoint/2010/main" val="415035065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CC755-ECAA-D136-6E16-17138E6598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1C853B7F-0A42-E123-8760-202E69A256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01C23A76-AB55-BA92-E174-BB1F69A28270}"/>
              </a:ext>
            </a:extLst>
          </p:cNvPr>
          <p:cNvSpPr>
            <a:spLocks noGrp="1"/>
          </p:cNvSpPr>
          <p:nvPr>
            <p:ph type="dt" sz="half" idx="10"/>
          </p:nvPr>
        </p:nvSpPr>
        <p:spPr/>
        <p:txBody>
          <a:bodyPr/>
          <a:lstStyle/>
          <a:p>
            <a:fld id="{9E14B71C-AF01-42CC-8BAE-E88BC1CDC7BC}" type="datetimeFigureOut">
              <a:rPr lang="en-AU" smtClean="0"/>
              <a:t>24/08/2026</a:t>
            </a:fld>
            <a:endParaRPr lang="en-AU"/>
          </a:p>
        </p:txBody>
      </p:sp>
      <p:sp>
        <p:nvSpPr>
          <p:cNvPr id="5" name="Footer Placeholder 4">
            <a:extLst>
              <a:ext uri="{FF2B5EF4-FFF2-40B4-BE49-F238E27FC236}">
                <a16:creationId xmlns:a16="http://schemas.microsoft.com/office/drawing/2014/main" id="{EE716325-B65E-FB63-3E6C-F98999D0402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C417A1A-073B-272F-45C1-9E0013197442}"/>
              </a:ext>
            </a:extLst>
          </p:cNvPr>
          <p:cNvSpPr>
            <a:spLocks noGrp="1"/>
          </p:cNvSpPr>
          <p:nvPr>
            <p:ph type="sldNum" sz="quarter" idx="12"/>
          </p:nvPr>
        </p:nvSpPr>
        <p:spPr/>
        <p:txBody>
          <a:bodyPr/>
          <a:lstStyle/>
          <a:p>
            <a:fld id="{C431528E-EE32-4998-B9F3-97695CE731F2}" type="slidenum">
              <a:rPr lang="en-AU" smtClean="0"/>
              <a:t>‹#›</a:t>
            </a:fld>
            <a:endParaRPr lang="en-AU"/>
          </a:p>
        </p:txBody>
      </p:sp>
    </p:spTree>
    <p:extLst>
      <p:ext uri="{BB962C8B-B14F-4D97-AF65-F5344CB8AC3E}">
        <p14:creationId xmlns:p14="http://schemas.microsoft.com/office/powerpoint/2010/main" val="105038961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711E9-8CCD-5DD8-B5EC-36FE3FC6A76D}"/>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9D7A963F-2E63-F6C8-8704-082B504ECC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40D21AD-008C-2B50-3BD8-509225C149B4}"/>
              </a:ext>
            </a:extLst>
          </p:cNvPr>
          <p:cNvSpPr>
            <a:spLocks noGrp="1"/>
          </p:cNvSpPr>
          <p:nvPr>
            <p:ph type="dt" sz="half" idx="10"/>
          </p:nvPr>
        </p:nvSpPr>
        <p:spPr/>
        <p:txBody>
          <a:bodyPr/>
          <a:lstStyle/>
          <a:p>
            <a:fld id="{9E14B71C-AF01-42CC-8BAE-E88BC1CDC7BC}" type="datetimeFigureOut">
              <a:rPr lang="en-AU" smtClean="0"/>
              <a:t>24/08/2026</a:t>
            </a:fld>
            <a:endParaRPr lang="en-AU"/>
          </a:p>
        </p:txBody>
      </p:sp>
      <p:sp>
        <p:nvSpPr>
          <p:cNvPr id="5" name="Footer Placeholder 4">
            <a:extLst>
              <a:ext uri="{FF2B5EF4-FFF2-40B4-BE49-F238E27FC236}">
                <a16:creationId xmlns:a16="http://schemas.microsoft.com/office/drawing/2014/main" id="{421E6FA9-B5D4-26C4-B180-5078C7C44DC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3DEB197-68E4-26AB-E2D5-E487559DF365}"/>
              </a:ext>
            </a:extLst>
          </p:cNvPr>
          <p:cNvSpPr>
            <a:spLocks noGrp="1"/>
          </p:cNvSpPr>
          <p:nvPr>
            <p:ph type="sldNum" sz="quarter" idx="12"/>
          </p:nvPr>
        </p:nvSpPr>
        <p:spPr/>
        <p:txBody>
          <a:bodyPr/>
          <a:lstStyle/>
          <a:p>
            <a:fld id="{C431528E-EE32-4998-B9F3-97695CE731F2}" type="slidenum">
              <a:rPr lang="en-AU" smtClean="0"/>
              <a:t>‹#›</a:t>
            </a:fld>
            <a:endParaRPr lang="en-AU"/>
          </a:p>
        </p:txBody>
      </p:sp>
    </p:spTree>
    <p:extLst>
      <p:ext uri="{BB962C8B-B14F-4D97-AF65-F5344CB8AC3E}">
        <p14:creationId xmlns:p14="http://schemas.microsoft.com/office/powerpoint/2010/main" val="6894129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7281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r>
              <a:rPr lang="en-US"/>
              <a:t>
              </a:t>
            </a:r>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82B9AEC8-204B-4AD5-8041-BCAF36A74EBE}" type="datetimeFigureOut">
              <a:rPr lang="en-US" dirty="0"/>
              <a:t>8/24/2026</a:t>
            </a:fld>
            <a:endParaRPr lang="en-US"/>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27F8DDA4-3B80-4E8A-A8F5-521F73BF9127}" type="slidenum">
              <a:rPr lang="en-US" dirty="0"/>
              <a:t>‹#›</a:t>
            </a:fld>
            <a:endParaRPr lang="en-US"/>
          </a:p>
        </p:txBody>
      </p:sp>
    </p:spTree>
    <p:extLst>
      <p:ext uri="{BB962C8B-B14F-4D97-AF65-F5344CB8AC3E}">
        <p14:creationId xmlns:p14="http://schemas.microsoft.com/office/powerpoint/2010/main" val="3330205874"/>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 id="2147483783" r:id="rId29"/>
    <p:sldLayoutId id="2147483784" r:id="rId30"/>
  </p:sldLayoutIdLst>
  <p:hf hdr="0"/>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svg"/><Relationship Id="rId2" Type="http://schemas.openxmlformats.org/officeDocument/2006/relationships/notesSlide" Target="../notesSlides/notesSlide3.xml"/><Relationship Id="rId1" Type="http://schemas.openxmlformats.org/officeDocument/2006/relationships/slideLayout" Target="../slideLayouts/slideLayout30.xml"/><Relationship Id="rId6" Type="http://schemas.microsoft.com/office/2007/relationships/hdphoto" Target="../media/hdphoto2.wdp"/><Relationship Id="rId11" Type="http://schemas.openxmlformats.org/officeDocument/2006/relationships/image" Target="../media/image12.svg"/><Relationship Id="rId5" Type="http://schemas.openxmlformats.org/officeDocument/2006/relationships/image" Target="../media/image9.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jpeg"/><Relationship Id="rId7" Type="http://schemas.openxmlformats.org/officeDocument/2006/relationships/customXml" Target="../ink/ink1.xml"/><Relationship Id="rId12"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9.xml"/><Relationship Id="rId6" Type="http://schemas.openxmlformats.org/officeDocument/2006/relationships/image" Target="../media/image17.jpeg"/><Relationship Id="rId11" Type="http://schemas.openxmlformats.org/officeDocument/2006/relationships/customXml" Target="../ink/ink3.xml"/><Relationship Id="rId5" Type="http://schemas.openxmlformats.org/officeDocument/2006/relationships/image" Target="../media/image16.jpeg"/><Relationship Id="rId10" Type="http://schemas.openxmlformats.org/officeDocument/2006/relationships/image" Target="../media/image19.png"/><Relationship Id="rId4" Type="http://schemas.openxmlformats.org/officeDocument/2006/relationships/image" Target="../media/image15.jpeg"/><Relationship Id="rId9" Type="http://schemas.openxmlformats.org/officeDocument/2006/relationships/customXml" Target="../ink/ink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hyperlink" Target="https://doi.org/10.1016/j.jml.2005.08.005" TargetMode="External"/><Relationship Id="rId2" Type="http://schemas.openxmlformats.org/officeDocument/2006/relationships/hyperlink" Target="https://doi.org/10.1521/soco.23.1.91.59198" TargetMode="External"/><Relationship Id="rId1" Type="http://schemas.openxmlformats.org/officeDocument/2006/relationships/slideLayout" Target="../slideLayouts/slideLayout29.xml"/><Relationship Id="rId6" Type="http://schemas.openxmlformats.org/officeDocument/2006/relationships/hyperlink" Target="https://doi.org/10.1038/s44159-024-00312-1" TargetMode="External"/><Relationship Id="rId5" Type="http://schemas.openxmlformats.org/officeDocument/2006/relationships/hyperlink" Target="https://doi.org/10.1007/s00779-009-0277-7" TargetMode="External"/><Relationship Id="rId4" Type="http://schemas.openxmlformats.org/officeDocument/2006/relationships/hyperlink" Target="https://doi.org/10.1037/xge000005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C8FAB89-BDB2-5DD6-4054-6301BA084982}"/>
              </a:ext>
            </a:extLst>
          </p:cNvPr>
          <p:cNvSpPr/>
          <p:nvPr/>
        </p:nvSpPr>
        <p:spPr>
          <a:xfrm>
            <a:off x="261256" y="261257"/>
            <a:ext cx="11757740" cy="6379175"/>
          </a:xfrm>
          <a:prstGeom prst="roundRect">
            <a:avLst/>
          </a:prstGeom>
          <a:solidFill>
            <a:schemeClr val="bg1"/>
          </a:solidFill>
          <a:ln w="127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7233CE-08B6-7039-1406-43E434FA8F28}"/>
              </a:ext>
            </a:extLst>
          </p:cNvPr>
          <p:cNvSpPr>
            <a:spLocks noGrp="1"/>
          </p:cNvSpPr>
          <p:nvPr>
            <p:ph type="ctrTitle"/>
          </p:nvPr>
        </p:nvSpPr>
        <p:spPr>
          <a:xfrm>
            <a:off x="1646345" y="2551218"/>
            <a:ext cx="8903637" cy="1761451"/>
          </a:xfrm>
        </p:spPr>
        <p:txBody>
          <a:bodyPr vert="horz" lIns="91440" tIns="45720" rIns="91440" bIns="45720" rtlCol="0" anchor="b">
            <a:noAutofit/>
          </a:bodyPr>
          <a:lstStyle/>
          <a:p>
            <a:r>
              <a:rPr lang="en-AU" sz="3600" b="1" cap="none">
                <a:solidFill>
                  <a:schemeClr val="tx1"/>
                </a:solidFill>
                <a:latin typeface="Georgia"/>
                <a:ea typeface="Calibri"/>
                <a:cs typeface="Calibri"/>
              </a:rPr>
              <a:t>Supporting Social </a:t>
            </a:r>
            <a:r>
              <a:rPr lang="en-AU" sz="3600" b="1" cap="none">
                <a:solidFill>
                  <a:schemeClr val="tx1"/>
                </a:solidFill>
                <a:latin typeface="Georgia"/>
              </a:rPr>
              <a:t>Relationships</a:t>
            </a:r>
            <a:r>
              <a:rPr lang="en-AU" sz="3600" b="1" cap="none">
                <a:solidFill>
                  <a:schemeClr val="tx1"/>
                </a:solidFill>
                <a:latin typeface="Georgia"/>
                <a:ea typeface="Calibri"/>
                <a:cs typeface="Calibri"/>
              </a:rPr>
              <a:t> Through Nostalgia And Reminiscence</a:t>
            </a:r>
            <a:endParaRPr lang="en-US" sz="3600" b="1">
              <a:solidFill>
                <a:schemeClr val="tx1"/>
              </a:solidFill>
              <a:latin typeface="Georgia"/>
            </a:endParaRPr>
          </a:p>
        </p:txBody>
      </p:sp>
      <p:sp>
        <p:nvSpPr>
          <p:cNvPr id="7" name="Subtitle 6">
            <a:extLst>
              <a:ext uri="{FF2B5EF4-FFF2-40B4-BE49-F238E27FC236}">
                <a16:creationId xmlns:a16="http://schemas.microsoft.com/office/drawing/2014/main" id="{94440068-7C20-94CF-A5BA-D3A87FFC4B33}"/>
              </a:ext>
            </a:extLst>
          </p:cNvPr>
          <p:cNvSpPr>
            <a:spLocks noGrp="1"/>
          </p:cNvSpPr>
          <p:nvPr>
            <p:ph type="subTitle" idx="1"/>
          </p:nvPr>
        </p:nvSpPr>
        <p:spPr>
          <a:xfrm>
            <a:off x="4383241" y="5075928"/>
            <a:ext cx="3410374" cy="679360"/>
          </a:xfrm>
        </p:spPr>
        <p:txBody>
          <a:bodyPr vert="horz" lIns="91440" tIns="45720" rIns="91440" bIns="45720" rtlCol="0" anchor="t">
            <a:normAutofit/>
          </a:bodyPr>
          <a:lstStyle/>
          <a:p>
            <a:r>
              <a:rPr lang="en-US" sz="2000">
                <a:latin typeface="Georgia"/>
              </a:rPr>
              <a:t>Team - NO_PARKING!</a:t>
            </a:r>
            <a:r>
              <a:rPr lang="en-US"/>
              <a:t>   </a:t>
            </a:r>
          </a:p>
        </p:txBody>
      </p:sp>
      <p:sp>
        <p:nvSpPr>
          <p:cNvPr id="5" name="Title 1">
            <a:extLst>
              <a:ext uri="{FF2B5EF4-FFF2-40B4-BE49-F238E27FC236}">
                <a16:creationId xmlns:a16="http://schemas.microsoft.com/office/drawing/2014/main" id="{E7ABDB73-4778-2DA8-77B6-7CABB5434089}"/>
              </a:ext>
            </a:extLst>
          </p:cNvPr>
          <p:cNvSpPr txBox="1">
            <a:spLocks/>
          </p:cNvSpPr>
          <p:nvPr/>
        </p:nvSpPr>
        <p:spPr>
          <a:xfrm>
            <a:off x="2601220" y="1292335"/>
            <a:ext cx="6994770" cy="1019909"/>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sz="1800">
                <a:solidFill>
                  <a:schemeClr val="accent1"/>
                </a:solidFill>
                <a:latin typeface="helvetica"/>
                <a:ea typeface="Calibri"/>
                <a:cs typeface="helvetica"/>
              </a:rPr>
              <a:t>SOCIAL AND MOBILE COMPUTING: DECO 3500/7660</a:t>
            </a:r>
            <a:endParaRPr lang="en-US">
              <a:solidFill>
                <a:schemeClr val="accent1"/>
              </a:solidFill>
            </a:endParaRPr>
          </a:p>
        </p:txBody>
      </p:sp>
      <p:pic>
        <p:nvPicPr>
          <p:cNvPr id="3" name="Picture 2" descr="240+ No Parking Cones Stock Photos, Pictures &amp; Royalty-Free Images - iStock">
            <a:extLst>
              <a:ext uri="{FF2B5EF4-FFF2-40B4-BE49-F238E27FC236}">
                <a16:creationId xmlns:a16="http://schemas.microsoft.com/office/drawing/2014/main" id="{47C0D319-2D08-E129-7902-CEE6FB7805D5}"/>
              </a:ext>
            </a:extLst>
          </p:cNvPr>
          <p:cNvPicPr>
            <a:picLocks noChangeAspect="1"/>
          </p:cNvPicPr>
          <p:nvPr/>
        </p:nvPicPr>
        <p:blipFill>
          <a:blip r:embed="rId3"/>
          <a:stretch>
            <a:fillRect/>
          </a:stretch>
        </p:blipFill>
        <p:spPr>
          <a:xfrm>
            <a:off x="7618403" y="5045448"/>
            <a:ext cx="319943" cy="452205"/>
          </a:xfrm>
          <a:prstGeom prst="rect">
            <a:avLst/>
          </a:prstGeom>
        </p:spPr>
      </p:pic>
    </p:spTree>
    <p:extLst>
      <p:ext uri="{BB962C8B-B14F-4D97-AF65-F5344CB8AC3E}">
        <p14:creationId xmlns:p14="http://schemas.microsoft.com/office/powerpoint/2010/main" val="32914302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een tree with roots Images - Free Download on Magnific (formerly Freepik)">
            <a:extLst>
              <a:ext uri="{FF2B5EF4-FFF2-40B4-BE49-F238E27FC236}">
                <a16:creationId xmlns:a16="http://schemas.microsoft.com/office/drawing/2014/main" id="{B5BC7405-AFDA-8F7E-6575-FDF67FAF4AEB}"/>
              </a:ext>
            </a:extLst>
          </p:cNvPr>
          <p:cNvPicPr>
            <a:picLocks noChangeAspect="1"/>
          </p:cNvPicPr>
          <p:nvPr/>
        </p:nvPicPr>
        <p:blipFill>
          <a:blip r:embed="rId3"/>
          <a:stretch>
            <a:fillRect/>
          </a:stretch>
        </p:blipFill>
        <p:spPr>
          <a:xfrm>
            <a:off x="3475626" y="1068816"/>
            <a:ext cx="4503214" cy="5745480"/>
          </a:xfrm>
          <a:prstGeom prst="rect">
            <a:avLst/>
          </a:prstGeom>
        </p:spPr>
      </p:pic>
      <p:sp>
        <p:nvSpPr>
          <p:cNvPr id="2" name="Title 1">
            <a:extLst>
              <a:ext uri="{FF2B5EF4-FFF2-40B4-BE49-F238E27FC236}">
                <a16:creationId xmlns:a16="http://schemas.microsoft.com/office/drawing/2014/main" id="{F196C71E-8565-3158-7386-4CFDAFBB06F2}"/>
              </a:ext>
            </a:extLst>
          </p:cNvPr>
          <p:cNvSpPr>
            <a:spLocks noGrp="1"/>
          </p:cNvSpPr>
          <p:nvPr>
            <p:ph type="title"/>
          </p:nvPr>
        </p:nvSpPr>
        <p:spPr>
          <a:xfrm>
            <a:off x="425834" y="204919"/>
            <a:ext cx="2960237" cy="863897"/>
          </a:xfrm>
        </p:spPr>
        <p:txBody>
          <a:bodyPr/>
          <a:lstStyle/>
          <a:p>
            <a:r>
              <a:rPr lang="en-AU" b="1" cap="none">
                <a:solidFill>
                  <a:schemeClr val="tx1"/>
                </a:solidFill>
                <a:latin typeface="Georgia"/>
              </a:rPr>
              <a:t>Hello!</a:t>
            </a:r>
          </a:p>
        </p:txBody>
      </p:sp>
      <p:sp>
        <p:nvSpPr>
          <p:cNvPr id="6" name="TextBox 5">
            <a:extLst>
              <a:ext uri="{FF2B5EF4-FFF2-40B4-BE49-F238E27FC236}">
                <a16:creationId xmlns:a16="http://schemas.microsoft.com/office/drawing/2014/main" id="{C3A397C2-4C58-679F-0DA1-AA87B53F17A7}"/>
              </a:ext>
            </a:extLst>
          </p:cNvPr>
          <p:cNvSpPr txBox="1"/>
          <p:nvPr/>
        </p:nvSpPr>
        <p:spPr>
          <a:xfrm>
            <a:off x="6940635" y="1978380"/>
            <a:ext cx="1713494" cy="40011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ea typeface="+mn-lt"/>
                <a:cs typeface="+mn-lt"/>
              </a:rPr>
              <a:t>Researchers</a:t>
            </a:r>
            <a:endParaRPr lang="en-US">
              <a:ea typeface="+mn-lt"/>
              <a:cs typeface="+mn-lt"/>
            </a:endParaRPr>
          </a:p>
        </p:txBody>
      </p:sp>
      <p:sp>
        <p:nvSpPr>
          <p:cNvPr id="7" name="TextBox 6">
            <a:extLst>
              <a:ext uri="{FF2B5EF4-FFF2-40B4-BE49-F238E27FC236}">
                <a16:creationId xmlns:a16="http://schemas.microsoft.com/office/drawing/2014/main" id="{77F44CB9-E46F-DE9F-A3B9-53DCEAFDD70E}"/>
              </a:ext>
            </a:extLst>
          </p:cNvPr>
          <p:cNvSpPr txBox="1"/>
          <p:nvPr/>
        </p:nvSpPr>
        <p:spPr>
          <a:xfrm>
            <a:off x="5870590" y="3180659"/>
            <a:ext cx="2001097" cy="40011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ea typeface="+mn-lt"/>
                <a:cs typeface="+mn-lt"/>
              </a:rPr>
              <a:t>Strategic Clarity </a:t>
            </a:r>
            <a:endParaRPr lang="en-US" sz="1600"/>
          </a:p>
        </p:txBody>
      </p:sp>
      <p:sp>
        <p:nvSpPr>
          <p:cNvPr id="8" name="TextBox 7">
            <a:extLst>
              <a:ext uri="{FF2B5EF4-FFF2-40B4-BE49-F238E27FC236}">
                <a16:creationId xmlns:a16="http://schemas.microsoft.com/office/drawing/2014/main" id="{D9508618-000A-735A-E423-28C34E251090}"/>
              </a:ext>
            </a:extLst>
          </p:cNvPr>
          <p:cNvSpPr txBox="1"/>
          <p:nvPr/>
        </p:nvSpPr>
        <p:spPr>
          <a:xfrm>
            <a:off x="3564460" y="1375955"/>
            <a:ext cx="1861422" cy="461665"/>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t>Design</a:t>
            </a:r>
            <a:r>
              <a:rPr lang="en-US" sz="2400"/>
              <a:t> </a:t>
            </a:r>
            <a:r>
              <a:rPr lang="en-US" sz="2000"/>
              <a:t>Experts</a:t>
            </a:r>
            <a:endParaRPr lang="en-US" sz="2400"/>
          </a:p>
        </p:txBody>
      </p:sp>
      <p:sp>
        <p:nvSpPr>
          <p:cNvPr id="9" name="TextBox 8">
            <a:extLst>
              <a:ext uri="{FF2B5EF4-FFF2-40B4-BE49-F238E27FC236}">
                <a16:creationId xmlns:a16="http://schemas.microsoft.com/office/drawing/2014/main" id="{025461E9-3423-C59F-7D97-B6C8205F7205}"/>
              </a:ext>
            </a:extLst>
          </p:cNvPr>
          <p:cNvSpPr txBox="1"/>
          <p:nvPr/>
        </p:nvSpPr>
        <p:spPr>
          <a:xfrm>
            <a:off x="5720829" y="1259361"/>
            <a:ext cx="1713494" cy="461665"/>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t>Collaborative</a:t>
            </a:r>
            <a:r>
              <a:rPr lang="en-US" sz="2400"/>
              <a:t> </a:t>
            </a:r>
          </a:p>
        </p:txBody>
      </p:sp>
      <p:sp>
        <p:nvSpPr>
          <p:cNvPr id="10" name="TextBox 9">
            <a:extLst>
              <a:ext uri="{FF2B5EF4-FFF2-40B4-BE49-F238E27FC236}">
                <a16:creationId xmlns:a16="http://schemas.microsoft.com/office/drawing/2014/main" id="{2636382D-1691-092A-980B-662AD341234A}"/>
              </a:ext>
            </a:extLst>
          </p:cNvPr>
          <p:cNvSpPr txBox="1"/>
          <p:nvPr/>
        </p:nvSpPr>
        <p:spPr>
          <a:xfrm>
            <a:off x="6976616" y="2595122"/>
            <a:ext cx="2376249" cy="41509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ea typeface="+mn-lt"/>
                <a:cs typeface="+mn-lt"/>
              </a:rPr>
              <a:t>Cross-disciplinary</a:t>
            </a:r>
            <a:endParaRPr lang="en-US" sz="1600"/>
          </a:p>
        </p:txBody>
      </p:sp>
      <p:sp>
        <p:nvSpPr>
          <p:cNvPr id="12" name="TextBox 11">
            <a:extLst>
              <a:ext uri="{FF2B5EF4-FFF2-40B4-BE49-F238E27FC236}">
                <a16:creationId xmlns:a16="http://schemas.microsoft.com/office/drawing/2014/main" id="{D2A9EEBE-48CF-6B69-DCB7-F6DADFE7E06C}"/>
              </a:ext>
            </a:extLst>
          </p:cNvPr>
          <p:cNvSpPr txBox="1"/>
          <p:nvPr/>
        </p:nvSpPr>
        <p:spPr>
          <a:xfrm>
            <a:off x="6406690" y="5044272"/>
            <a:ext cx="737059" cy="472483"/>
          </a:xfrm>
          <a:custGeom>
            <a:avLst/>
            <a:gdLst>
              <a:gd name="csX0" fmla="*/ 0 w 737059"/>
              <a:gd name="csY0" fmla="*/ 0 h 472483"/>
              <a:gd name="csX1" fmla="*/ 383271 w 737059"/>
              <a:gd name="csY1" fmla="*/ 0 h 472483"/>
              <a:gd name="csX2" fmla="*/ 737059 w 737059"/>
              <a:gd name="csY2" fmla="*/ 0 h 472483"/>
              <a:gd name="csX3" fmla="*/ 737059 w 737059"/>
              <a:gd name="csY3" fmla="*/ 472483 h 472483"/>
              <a:gd name="csX4" fmla="*/ 383271 w 737059"/>
              <a:gd name="csY4" fmla="*/ 472483 h 472483"/>
              <a:gd name="csX5" fmla="*/ 0 w 737059"/>
              <a:gd name="csY5" fmla="*/ 472483 h 472483"/>
              <a:gd name="csX6" fmla="*/ 0 w 737059"/>
              <a:gd name="csY6" fmla="*/ 0 h 47248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737059" h="472483" fill="none" extrusionOk="0">
                <a:moveTo>
                  <a:pt x="0" y="0"/>
                </a:moveTo>
                <a:cubicBezTo>
                  <a:pt x="136663" y="-35094"/>
                  <a:pt x="291888" y="24669"/>
                  <a:pt x="383271" y="0"/>
                </a:cubicBezTo>
                <a:cubicBezTo>
                  <a:pt x="474654" y="-24669"/>
                  <a:pt x="663670" y="42027"/>
                  <a:pt x="737059" y="0"/>
                </a:cubicBezTo>
                <a:cubicBezTo>
                  <a:pt x="741213" y="151522"/>
                  <a:pt x="702026" y="326960"/>
                  <a:pt x="737059" y="472483"/>
                </a:cubicBezTo>
                <a:cubicBezTo>
                  <a:pt x="621961" y="509641"/>
                  <a:pt x="523064" y="442443"/>
                  <a:pt x="383271" y="472483"/>
                </a:cubicBezTo>
                <a:cubicBezTo>
                  <a:pt x="243478" y="502523"/>
                  <a:pt x="107075" y="460264"/>
                  <a:pt x="0" y="472483"/>
                </a:cubicBezTo>
                <a:cubicBezTo>
                  <a:pt x="-26349" y="369152"/>
                  <a:pt x="13139" y="165275"/>
                  <a:pt x="0" y="0"/>
                </a:cubicBezTo>
                <a:close/>
              </a:path>
              <a:path w="737059" h="472483" stroke="0" extrusionOk="0">
                <a:moveTo>
                  <a:pt x="0" y="0"/>
                </a:moveTo>
                <a:cubicBezTo>
                  <a:pt x="109745" y="-808"/>
                  <a:pt x="233975" y="22386"/>
                  <a:pt x="383271" y="0"/>
                </a:cubicBezTo>
                <a:cubicBezTo>
                  <a:pt x="532567" y="-22386"/>
                  <a:pt x="651629" y="37638"/>
                  <a:pt x="737059" y="0"/>
                </a:cubicBezTo>
                <a:cubicBezTo>
                  <a:pt x="761289" y="233470"/>
                  <a:pt x="709777" y="374318"/>
                  <a:pt x="737059" y="472483"/>
                </a:cubicBezTo>
                <a:cubicBezTo>
                  <a:pt x="580615" y="512054"/>
                  <a:pt x="512502" y="439803"/>
                  <a:pt x="375900" y="472483"/>
                </a:cubicBezTo>
                <a:cubicBezTo>
                  <a:pt x="239298" y="505163"/>
                  <a:pt x="172404" y="461614"/>
                  <a:pt x="0" y="472483"/>
                </a:cubicBezTo>
                <a:cubicBezTo>
                  <a:pt x="-33051" y="367338"/>
                  <a:pt x="21090" y="166712"/>
                  <a:pt x="0" y="0"/>
                </a:cubicBezTo>
                <a:close/>
              </a:path>
            </a:pathLst>
          </a:custGeom>
          <a:solidFill>
            <a:schemeClr val="bg1"/>
          </a:solidFill>
          <a:ln>
            <a:noFill/>
            <a:extLst>
              <a:ext uri="{C807C97D-BFC1-408E-A445-0C87EB9F89A2}">
                <ask:lineSketchStyleProps xmlns:ask="http://schemas.microsoft.com/office/drawing/2018/sketchyshapes" sd="3736306631">
                  <a:prstGeom prst="rect">
                    <a:avLst/>
                  </a:prstGeom>
                  <ask:type>
                    <ask:lineSketchScribble/>
                  </ask:type>
                </ask:lineSketchStyleProps>
              </a:ext>
            </a:extLst>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mn-lt"/>
                <a:cs typeface="+mn-lt"/>
              </a:rPr>
              <a:t>Vim</a:t>
            </a:r>
            <a:endParaRPr lang="en-US"/>
          </a:p>
        </p:txBody>
      </p:sp>
      <p:sp>
        <p:nvSpPr>
          <p:cNvPr id="14" name="TextBox 13">
            <a:extLst>
              <a:ext uri="{FF2B5EF4-FFF2-40B4-BE49-F238E27FC236}">
                <a16:creationId xmlns:a16="http://schemas.microsoft.com/office/drawing/2014/main" id="{29FBF4B6-B4A6-0BF7-336F-1BFCD99DD761}"/>
              </a:ext>
            </a:extLst>
          </p:cNvPr>
          <p:cNvSpPr txBox="1"/>
          <p:nvPr/>
        </p:nvSpPr>
        <p:spPr>
          <a:xfrm>
            <a:off x="5425881" y="5393233"/>
            <a:ext cx="737060" cy="472482"/>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mn-lt"/>
                <a:cs typeface="+mn-lt"/>
              </a:rPr>
              <a:t>Dev</a:t>
            </a:r>
            <a:endParaRPr lang="en-US"/>
          </a:p>
        </p:txBody>
      </p:sp>
      <p:sp>
        <p:nvSpPr>
          <p:cNvPr id="16" name="TextBox 15">
            <a:extLst>
              <a:ext uri="{FF2B5EF4-FFF2-40B4-BE49-F238E27FC236}">
                <a16:creationId xmlns:a16="http://schemas.microsoft.com/office/drawing/2014/main" id="{AB967543-AC96-D504-ACF2-33DCC8400B97}"/>
              </a:ext>
            </a:extLst>
          </p:cNvPr>
          <p:cNvSpPr txBox="1"/>
          <p:nvPr/>
        </p:nvSpPr>
        <p:spPr>
          <a:xfrm>
            <a:off x="4323133" y="5865715"/>
            <a:ext cx="1163436" cy="461665"/>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mn-lt"/>
                <a:cs typeface="+mn-lt"/>
              </a:rPr>
              <a:t>Shirish</a:t>
            </a:r>
            <a:endParaRPr lang="en-US"/>
          </a:p>
        </p:txBody>
      </p:sp>
      <p:sp>
        <p:nvSpPr>
          <p:cNvPr id="18" name="TextBox 17">
            <a:extLst>
              <a:ext uri="{FF2B5EF4-FFF2-40B4-BE49-F238E27FC236}">
                <a16:creationId xmlns:a16="http://schemas.microsoft.com/office/drawing/2014/main" id="{16C68B41-4C58-6D06-5166-1BC4D7F4F817}"/>
              </a:ext>
            </a:extLst>
          </p:cNvPr>
          <p:cNvSpPr txBox="1"/>
          <p:nvPr/>
        </p:nvSpPr>
        <p:spPr>
          <a:xfrm>
            <a:off x="4262211" y="5020380"/>
            <a:ext cx="97348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mn-lt"/>
                <a:cs typeface="+mn-lt"/>
              </a:rPr>
              <a:t>Dong</a:t>
            </a:r>
            <a:endParaRPr lang="en-US"/>
          </a:p>
        </p:txBody>
      </p:sp>
      <p:sp>
        <p:nvSpPr>
          <p:cNvPr id="20" name="TextBox 19">
            <a:extLst>
              <a:ext uri="{FF2B5EF4-FFF2-40B4-BE49-F238E27FC236}">
                <a16:creationId xmlns:a16="http://schemas.microsoft.com/office/drawing/2014/main" id="{7B7D31E6-3664-4095-FCB5-8EBD1EF0A7DD}"/>
              </a:ext>
            </a:extLst>
          </p:cNvPr>
          <p:cNvSpPr txBox="1"/>
          <p:nvPr/>
        </p:nvSpPr>
        <p:spPr>
          <a:xfrm>
            <a:off x="5896004" y="6011440"/>
            <a:ext cx="1538319" cy="461665"/>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ea typeface="+mn-lt"/>
                <a:cs typeface="+mn-lt"/>
              </a:rPr>
              <a:t>Dattatray</a:t>
            </a:r>
            <a:endParaRPr lang="en-US"/>
          </a:p>
        </p:txBody>
      </p:sp>
      <p:sp>
        <p:nvSpPr>
          <p:cNvPr id="22" name="TextBox 21">
            <a:extLst>
              <a:ext uri="{FF2B5EF4-FFF2-40B4-BE49-F238E27FC236}">
                <a16:creationId xmlns:a16="http://schemas.microsoft.com/office/drawing/2014/main" id="{D202EFE5-C484-3D5E-183E-FABFE3C9F9AE}"/>
              </a:ext>
            </a:extLst>
          </p:cNvPr>
          <p:cNvSpPr txBox="1"/>
          <p:nvPr/>
        </p:nvSpPr>
        <p:spPr>
          <a:xfrm>
            <a:off x="2779039" y="2083040"/>
            <a:ext cx="1759460" cy="40011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t>Empathetic</a:t>
            </a:r>
            <a:endParaRPr lang="en-US" sz="2400"/>
          </a:p>
        </p:txBody>
      </p:sp>
      <p:sp>
        <p:nvSpPr>
          <p:cNvPr id="24" name="TextBox 23">
            <a:extLst>
              <a:ext uri="{FF2B5EF4-FFF2-40B4-BE49-F238E27FC236}">
                <a16:creationId xmlns:a16="http://schemas.microsoft.com/office/drawing/2014/main" id="{F622FA80-C7FB-BC37-90F6-E64893B7DBC9}"/>
              </a:ext>
            </a:extLst>
          </p:cNvPr>
          <p:cNvSpPr txBox="1"/>
          <p:nvPr/>
        </p:nvSpPr>
        <p:spPr>
          <a:xfrm>
            <a:off x="4724400" y="2215711"/>
            <a:ext cx="2146739" cy="40011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t>Human-centered</a:t>
            </a:r>
            <a:endParaRPr lang="en-US" sz="2400"/>
          </a:p>
        </p:txBody>
      </p:sp>
      <p:sp>
        <p:nvSpPr>
          <p:cNvPr id="26" name="TextBox 25">
            <a:extLst>
              <a:ext uri="{FF2B5EF4-FFF2-40B4-BE49-F238E27FC236}">
                <a16:creationId xmlns:a16="http://schemas.microsoft.com/office/drawing/2014/main" id="{B06308E3-51DE-4046-8DB3-CC2F87D67863}"/>
              </a:ext>
            </a:extLst>
          </p:cNvPr>
          <p:cNvSpPr txBox="1"/>
          <p:nvPr/>
        </p:nvSpPr>
        <p:spPr>
          <a:xfrm>
            <a:off x="3011999" y="2967342"/>
            <a:ext cx="1483172" cy="400110"/>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t>Analytical</a:t>
            </a:r>
            <a:endParaRPr lang="en-US" sz="2400"/>
          </a:p>
        </p:txBody>
      </p:sp>
      <p:cxnSp>
        <p:nvCxnSpPr>
          <p:cNvPr id="30" name="Straight Connector 29">
            <a:extLst>
              <a:ext uri="{FF2B5EF4-FFF2-40B4-BE49-F238E27FC236}">
                <a16:creationId xmlns:a16="http://schemas.microsoft.com/office/drawing/2014/main" id="{9F398159-12BC-095C-EB34-69D70A3D0CB6}"/>
              </a:ext>
            </a:extLst>
          </p:cNvPr>
          <p:cNvCxnSpPr/>
          <p:nvPr/>
        </p:nvCxnSpPr>
        <p:spPr>
          <a:xfrm>
            <a:off x="215900" y="393700"/>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54B13109-25F1-A0A6-5C1A-B64E1111910F}"/>
              </a:ext>
            </a:extLst>
          </p:cNvPr>
          <p:cNvCxnSpPr/>
          <p:nvPr/>
        </p:nvCxnSpPr>
        <p:spPr>
          <a:xfrm>
            <a:off x="11986307" y="389297"/>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7775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0"/>
            <a:ext cx="11091672" cy="566928"/>
          </a:xfrm>
          <a:prstGeom prst="rect">
            <a:avLst/>
          </a:prstGeom>
          <a:noFill/>
          <a:ln/>
        </p:spPr>
        <p:txBody>
          <a:bodyPr wrap="square" lIns="0" tIns="0" rIns="0" bIns="0" rtlCol="0" anchor="ctr"/>
          <a:lstStyle/>
          <a:p>
            <a:pPr marL="0" indent="0">
              <a:buNone/>
            </a:pPr>
            <a:r>
              <a:rPr lang="en-US" sz="3200" b="1">
                <a:solidFill>
                  <a:srgbClr val="2B2420"/>
                </a:solidFill>
                <a:latin typeface="Georgia" pitchFamily="34" charset="0"/>
                <a:ea typeface="Georgia" pitchFamily="34" charset="-122"/>
                <a:cs typeface="Georgia" pitchFamily="34" charset="-120"/>
              </a:rPr>
              <a:t>The Domain</a:t>
            </a:r>
            <a:endParaRPr lang="en-US" sz="3200"/>
          </a:p>
        </p:txBody>
      </p:sp>
      <p:sp>
        <p:nvSpPr>
          <p:cNvPr id="3" name="Text 1"/>
          <p:cNvSpPr/>
          <p:nvPr/>
        </p:nvSpPr>
        <p:spPr>
          <a:xfrm>
            <a:off x="548640" y="957174"/>
            <a:ext cx="7183825" cy="332130"/>
          </a:xfrm>
          <a:prstGeom prst="rect">
            <a:avLst/>
          </a:prstGeom>
          <a:noFill/>
          <a:ln/>
        </p:spPr>
        <p:txBody>
          <a:bodyPr wrap="square" lIns="0" tIns="0" rIns="0" bIns="0" rtlCol="0" anchor="ctr"/>
          <a:lstStyle/>
          <a:p>
            <a:r>
              <a:rPr lang="en-US" sz="1500" i="1">
                <a:solidFill>
                  <a:srgbClr val="B5622A"/>
                </a:solidFill>
                <a:latin typeface="helvetica"/>
                <a:ea typeface="Georgia" pitchFamily="34" charset="-122"/>
                <a:cs typeface="helvetica"/>
              </a:rPr>
              <a:t>Supporting relationships through nostalgia &amp; reminiscence</a:t>
            </a:r>
            <a:endParaRPr lang="en-US" sz="1500" i="1">
              <a:solidFill>
                <a:srgbClr val="131313"/>
              </a:solidFill>
              <a:latin typeface="helvetica"/>
              <a:cs typeface="helvetica"/>
            </a:endParaRPr>
          </a:p>
        </p:txBody>
      </p:sp>
      <p:sp>
        <p:nvSpPr>
          <p:cNvPr id="4" name="Text 2"/>
          <p:cNvSpPr/>
          <p:nvPr/>
        </p:nvSpPr>
        <p:spPr>
          <a:xfrm>
            <a:off x="548640" y="1496436"/>
            <a:ext cx="11091672" cy="320040"/>
          </a:xfrm>
          <a:prstGeom prst="rect">
            <a:avLst/>
          </a:prstGeom>
          <a:noFill/>
          <a:ln/>
        </p:spPr>
        <p:txBody>
          <a:bodyPr wrap="square" lIns="0" tIns="0" rIns="0" bIns="0" rtlCol="0" anchor="ctr"/>
          <a:lstStyle/>
          <a:p>
            <a:r>
              <a:rPr lang="en-US" sz="1600" b="1">
                <a:solidFill>
                  <a:srgbClr val="131313"/>
                </a:solidFill>
                <a:latin typeface="helvetica"/>
                <a:cs typeface="helvetica"/>
              </a:rPr>
              <a:t>WHY IT MATTERS</a:t>
            </a:r>
            <a:endParaRPr lang="en-US" sz="1600">
              <a:solidFill>
                <a:srgbClr val="131313"/>
              </a:solidFill>
              <a:latin typeface="helvetica"/>
              <a:cs typeface="helvetica"/>
            </a:endParaRPr>
          </a:p>
        </p:txBody>
      </p:sp>
      <p:sp>
        <p:nvSpPr>
          <p:cNvPr id="28" name="Text 16"/>
          <p:cNvSpPr/>
          <p:nvPr/>
        </p:nvSpPr>
        <p:spPr>
          <a:xfrm>
            <a:off x="548640" y="6537960"/>
            <a:ext cx="11091672" cy="274320"/>
          </a:xfrm>
          <a:prstGeom prst="rect">
            <a:avLst/>
          </a:prstGeom>
          <a:noFill/>
          <a:ln/>
        </p:spPr>
        <p:txBody>
          <a:bodyPr wrap="square" lIns="0" tIns="0" rIns="0" bIns="0" rtlCol="0" anchor="ctr"/>
          <a:lstStyle/>
          <a:p>
            <a:pPr marL="0" indent="0">
              <a:buNone/>
            </a:pPr>
            <a:r>
              <a:rPr lang="en-US" sz="1050" i="1">
                <a:solidFill>
                  <a:srgbClr val="6B6259"/>
                </a:solidFill>
                <a:latin typeface="Georgia" pitchFamily="34" charset="0"/>
                <a:ea typeface="Georgia" pitchFamily="34" charset="-122"/>
                <a:cs typeface="Georgia" pitchFamily="34" charset="-120"/>
              </a:rPr>
              <a:t>Evidence: 3 semi-structured interviews — ages 60+, late 20s, early 20s</a:t>
            </a:r>
            <a:endParaRPr lang="en-US" sz="1050"/>
          </a:p>
        </p:txBody>
      </p:sp>
      <p:sp>
        <p:nvSpPr>
          <p:cNvPr id="29" name="Rounded Rectangle 28">
            <a:extLst>
              <a:ext uri="{FF2B5EF4-FFF2-40B4-BE49-F238E27FC236}">
                <a16:creationId xmlns:a16="http://schemas.microsoft.com/office/drawing/2014/main" id="{1D5084C3-2E25-05CB-BC86-933C87DCE8AD}"/>
              </a:ext>
            </a:extLst>
          </p:cNvPr>
          <p:cNvSpPr/>
          <p:nvPr/>
        </p:nvSpPr>
        <p:spPr>
          <a:xfrm>
            <a:off x="630108" y="1978219"/>
            <a:ext cx="1702308" cy="2318203"/>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n-US">
                <a:latin typeface="helvetica"/>
                <a:cs typeface="helvetica"/>
              </a:rPr>
              <a:t>Recreative Curation</a:t>
            </a:r>
          </a:p>
          <a:p>
            <a:pPr algn="ctr"/>
            <a:endParaRPr lang="en-US"/>
          </a:p>
          <a:p>
            <a:pPr algn="ctr"/>
            <a:endParaRPr lang="en-US"/>
          </a:p>
        </p:txBody>
      </p:sp>
      <p:sp>
        <p:nvSpPr>
          <p:cNvPr id="30" name="Rounded Rectangle 29">
            <a:extLst>
              <a:ext uri="{FF2B5EF4-FFF2-40B4-BE49-F238E27FC236}">
                <a16:creationId xmlns:a16="http://schemas.microsoft.com/office/drawing/2014/main" id="{C55DB5AD-CC8F-A15C-082B-41A49C373DCF}"/>
              </a:ext>
            </a:extLst>
          </p:cNvPr>
          <p:cNvSpPr/>
          <p:nvPr/>
        </p:nvSpPr>
        <p:spPr>
          <a:xfrm>
            <a:off x="2470404" y="1969274"/>
            <a:ext cx="1702308" cy="2318203"/>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n-US">
                <a:latin typeface="helvetica"/>
                <a:cs typeface="helvetica"/>
              </a:rPr>
              <a:t>Digital VS. Physical asymmetry</a:t>
            </a:r>
          </a:p>
          <a:p>
            <a:pPr algn="ctr"/>
            <a:endParaRPr lang="en-US"/>
          </a:p>
        </p:txBody>
      </p:sp>
      <p:sp>
        <p:nvSpPr>
          <p:cNvPr id="31" name="Rounded Rectangle 30">
            <a:extLst>
              <a:ext uri="{FF2B5EF4-FFF2-40B4-BE49-F238E27FC236}">
                <a16:creationId xmlns:a16="http://schemas.microsoft.com/office/drawing/2014/main" id="{30F1DA13-59B8-496B-BA5C-D5BB931601C5}"/>
              </a:ext>
            </a:extLst>
          </p:cNvPr>
          <p:cNvSpPr/>
          <p:nvPr/>
        </p:nvSpPr>
        <p:spPr>
          <a:xfrm>
            <a:off x="4310700" y="1960329"/>
            <a:ext cx="1702308" cy="2318203"/>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n-US">
                <a:latin typeface="helvetica"/>
                <a:cs typeface="helvetica"/>
              </a:rPr>
              <a:t>Deliberately unopened memories</a:t>
            </a:r>
          </a:p>
          <a:p>
            <a:pPr algn="ctr"/>
            <a:endParaRPr lang="en-US"/>
          </a:p>
        </p:txBody>
      </p:sp>
      <p:sp>
        <p:nvSpPr>
          <p:cNvPr id="32" name="Rounded Rectangle 31">
            <a:extLst>
              <a:ext uri="{FF2B5EF4-FFF2-40B4-BE49-F238E27FC236}">
                <a16:creationId xmlns:a16="http://schemas.microsoft.com/office/drawing/2014/main" id="{EA58B624-3D1D-0988-1522-B143AC4E9214}"/>
              </a:ext>
            </a:extLst>
          </p:cNvPr>
          <p:cNvSpPr/>
          <p:nvPr/>
        </p:nvSpPr>
        <p:spPr>
          <a:xfrm>
            <a:off x="6150996" y="1951384"/>
            <a:ext cx="1702308" cy="2318203"/>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n-US">
                <a:latin typeface="helvetica"/>
                <a:cs typeface="helvetica"/>
              </a:rPr>
              <a:t>Contested Inheritance</a:t>
            </a:r>
          </a:p>
          <a:p>
            <a:pPr algn="ctr"/>
            <a:endParaRPr lang="en-US"/>
          </a:p>
          <a:p>
            <a:pPr algn="ctr"/>
            <a:endParaRPr lang="en-US"/>
          </a:p>
        </p:txBody>
      </p:sp>
      <p:sp>
        <p:nvSpPr>
          <p:cNvPr id="33" name="Rounded Rectangle 32">
            <a:extLst>
              <a:ext uri="{FF2B5EF4-FFF2-40B4-BE49-F238E27FC236}">
                <a16:creationId xmlns:a16="http://schemas.microsoft.com/office/drawing/2014/main" id="{E60397A1-C0C1-0691-58A4-C09B6AE7F747}"/>
              </a:ext>
            </a:extLst>
          </p:cNvPr>
          <p:cNvSpPr/>
          <p:nvPr/>
        </p:nvSpPr>
        <p:spPr>
          <a:xfrm>
            <a:off x="7991292" y="1942439"/>
            <a:ext cx="1702308" cy="2318203"/>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n-US">
                <a:latin typeface="helvetica"/>
                <a:cs typeface="helvetica"/>
              </a:rPr>
              <a:t>Place-Triggered recall</a:t>
            </a:r>
          </a:p>
          <a:p>
            <a:pPr algn="ctr"/>
            <a:endParaRPr lang="en-US"/>
          </a:p>
        </p:txBody>
      </p:sp>
      <p:sp>
        <p:nvSpPr>
          <p:cNvPr id="34" name="Rounded Rectangle 33">
            <a:extLst>
              <a:ext uri="{FF2B5EF4-FFF2-40B4-BE49-F238E27FC236}">
                <a16:creationId xmlns:a16="http://schemas.microsoft.com/office/drawing/2014/main" id="{887321C1-79E0-C2F9-B23A-6583FC8C10DC}"/>
              </a:ext>
            </a:extLst>
          </p:cNvPr>
          <p:cNvSpPr/>
          <p:nvPr/>
        </p:nvSpPr>
        <p:spPr>
          <a:xfrm>
            <a:off x="9831588" y="1933494"/>
            <a:ext cx="1702308" cy="2318203"/>
          </a:xfrm>
          <a:prstGeom prst="roundRect">
            <a:avLst/>
          </a:prstGeom>
          <a:solidFill>
            <a:schemeClr val="accent2">
              <a:alpha val="8107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n-US">
                <a:latin typeface="helvetica"/>
                <a:cs typeface="helvetica"/>
              </a:rPr>
              <a:t>Socially learned methods</a:t>
            </a:r>
            <a:br>
              <a:rPr lang="en-US"/>
            </a:br>
            <a:endParaRPr lang="en-US"/>
          </a:p>
        </p:txBody>
      </p:sp>
      <p:pic>
        <p:nvPicPr>
          <p:cNvPr id="35" name="Image 0" descr="/home/claude/slide/filter.png">
            <a:extLst>
              <a:ext uri="{FF2B5EF4-FFF2-40B4-BE49-F238E27FC236}">
                <a16:creationId xmlns:a16="http://schemas.microsoft.com/office/drawing/2014/main" id="{89D42D55-6795-95A2-2806-4CAAE045D772}"/>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1200"/>
                    </a14:imgEffect>
                  </a14:imgLayer>
                </a14:imgProps>
              </a:ext>
            </a:extLst>
          </a:blip>
          <a:stretch>
            <a:fillRect/>
          </a:stretch>
        </p:blipFill>
        <p:spPr>
          <a:xfrm>
            <a:off x="1289238" y="3721212"/>
            <a:ext cx="384048" cy="384048"/>
          </a:xfrm>
          <a:prstGeom prst="rect">
            <a:avLst/>
          </a:prstGeom>
        </p:spPr>
      </p:pic>
      <p:pic>
        <p:nvPicPr>
          <p:cNvPr id="40" name="Image 3" descr="/home/claude/slide/gift.png">
            <a:extLst>
              <a:ext uri="{FF2B5EF4-FFF2-40B4-BE49-F238E27FC236}">
                <a16:creationId xmlns:a16="http://schemas.microsoft.com/office/drawing/2014/main" id="{7CF8BE69-3F11-FF55-2B7E-30B16E2E4F58}"/>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11200"/>
                    </a14:imgEffect>
                  </a14:imgLayer>
                </a14:imgProps>
              </a:ext>
            </a:extLst>
          </a:blip>
          <a:stretch>
            <a:fillRect/>
          </a:stretch>
        </p:blipFill>
        <p:spPr>
          <a:xfrm>
            <a:off x="6826758" y="3672846"/>
            <a:ext cx="384048" cy="384048"/>
          </a:xfrm>
          <a:prstGeom prst="rect">
            <a:avLst/>
          </a:prstGeom>
        </p:spPr>
      </p:pic>
      <p:pic>
        <p:nvPicPr>
          <p:cNvPr id="41" name="Image 4" descr="/home/claude/slide/map.png">
            <a:extLst>
              <a:ext uri="{FF2B5EF4-FFF2-40B4-BE49-F238E27FC236}">
                <a16:creationId xmlns:a16="http://schemas.microsoft.com/office/drawing/2014/main" id="{4CE47683-4D52-1891-F50C-564B87736F52}"/>
              </a:ext>
            </a:extLst>
          </p:cNvPr>
          <p:cNvPicPr>
            <a:picLocks noChangeAspect="1"/>
          </p:cNvPicPr>
          <p:nvPr/>
        </p:nvPicPr>
        <p:blipFill>
          <a:blip r:embed="rId7">
            <a:extLst>
              <a:ext uri="{BEBA8EAE-BF5A-486C-A8C5-ECC9F3942E4B}">
                <a14:imgProps xmlns:a14="http://schemas.microsoft.com/office/drawing/2010/main">
                  <a14:imgLayer r:embed="rId8">
                    <a14:imgEffect>
                      <a14:colorTemperature colorTemp="11200"/>
                    </a14:imgEffect>
                  </a14:imgLayer>
                </a14:imgProps>
              </a:ext>
            </a:extLst>
          </a:blip>
          <a:stretch>
            <a:fillRect/>
          </a:stretch>
        </p:blipFill>
        <p:spPr>
          <a:xfrm>
            <a:off x="8675370" y="3633086"/>
            <a:ext cx="384048" cy="384048"/>
          </a:xfrm>
          <a:prstGeom prst="rect">
            <a:avLst/>
          </a:prstGeom>
        </p:spPr>
      </p:pic>
      <p:pic>
        <p:nvPicPr>
          <p:cNvPr id="42" name="Image 5" descr="/home/claude/slide/share.png">
            <a:extLst>
              <a:ext uri="{FF2B5EF4-FFF2-40B4-BE49-F238E27FC236}">
                <a16:creationId xmlns:a16="http://schemas.microsoft.com/office/drawing/2014/main" id="{BBB70890-28D2-B9F0-858B-85F51B6B8B0F}"/>
              </a:ext>
            </a:extLst>
          </p:cNvPr>
          <p:cNvPicPr>
            <a:picLocks noChangeAspect="1"/>
          </p:cNvPicPr>
          <p:nvPr/>
        </p:nvPicPr>
        <p:blipFill>
          <a:blip r:embed="rId9">
            <a:extLst>
              <a:ext uri="{BEBA8EAE-BF5A-486C-A8C5-ECC9F3942E4B}">
                <a14:imgProps xmlns:a14="http://schemas.microsoft.com/office/drawing/2010/main">
                  <a14:imgLayer r:embed="rId10">
                    <a14:imgEffect>
                      <a14:colorTemperature colorTemp="11200"/>
                    </a14:imgEffect>
                  </a14:imgLayer>
                </a14:imgProps>
              </a:ext>
            </a:extLst>
          </a:blip>
          <a:stretch>
            <a:fillRect/>
          </a:stretch>
        </p:blipFill>
        <p:spPr>
          <a:xfrm>
            <a:off x="10523982" y="3606582"/>
            <a:ext cx="384048" cy="384048"/>
          </a:xfrm>
          <a:prstGeom prst="rect">
            <a:avLst/>
          </a:prstGeom>
        </p:spPr>
      </p:pic>
      <p:pic>
        <p:nvPicPr>
          <p:cNvPr id="44" name="Graphic 43" descr="Cloud with solid fill">
            <a:extLst>
              <a:ext uri="{FF2B5EF4-FFF2-40B4-BE49-F238E27FC236}">
                <a16:creationId xmlns:a16="http://schemas.microsoft.com/office/drawing/2014/main" id="{FABD356E-6254-37CF-AA13-75BE26116C6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991546" y="3580821"/>
            <a:ext cx="621094" cy="621094"/>
          </a:xfrm>
          <a:prstGeom prst="rect">
            <a:avLst/>
          </a:prstGeom>
        </p:spPr>
      </p:pic>
      <p:pic>
        <p:nvPicPr>
          <p:cNvPr id="46" name="Graphic 45" descr="No sign with solid fill">
            <a:extLst>
              <a:ext uri="{FF2B5EF4-FFF2-40B4-BE49-F238E27FC236}">
                <a16:creationId xmlns:a16="http://schemas.microsoft.com/office/drawing/2014/main" id="{6E8B5301-BC2A-EFC3-DADB-8B10EC72D44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865106" y="3633086"/>
            <a:ext cx="493842" cy="493842"/>
          </a:xfrm>
          <a:prstGeom prst="rect">
            <a:avLst/>
          </a:prstGeom>
        </p:spPr>
      </p:pic>
      <p:sp>
        <p:nvSpPr>
          <p:cNvPr id="47" name="Text 2">
            <a:extLst>
              <a:ext uri="{FF2B5EF4-FFF2-40B4-BE49-F238E27FC236}">
                <a16:creationId xmlns:a16="http://schemas.microsoft.com/office/drawing/2014/main" id="{47703890-7A44-73D9-3B26-96B99BAA9B40}"/>
              </a:ext>
            </a:extLst>
          </p:cNvPr>
          <p:cNvSpPr/>
          <p:nvPr/>
        </p:nvSpPr>
        <p:spPr>
          <a:xfrm>
            <a:off x="548640" y="4761319"/>
            <a:ext cx="11091672" cy="240450"/>
          </a:xfrm>
          <a:prstGeom prst="rect">
            <a:avLst/>
          </a:prstGeom>
          <a:noFill/>
          <a:ln/>
        </p:spPr>
        <p:txBody>
          <a:bodyPr wrap="square" lIns="0" tIns="0" rIns="0" bIns="0" rtlCol="0" anchor="ctr"/>
          <a:lstStyle/>
          <a:p>
            <a:pPr marL="0" indent="0">
              <a:buNone/>
            </a:pPr>
            <a:r>
              <a:rPr lang="en-US" sz="1600" b="1">
                <a:solidFill>
                  <a:srgbClr val="2B2420"/>
                </a:solidFill>
                <a:latin typeface="Georgia" pitchFamily="34" charset="0"/>
              </a:rPr>
              <a:t>Branches of Nostalgia</a:t>
            </a:r>
            <a:endParaRPr lang="en-US" sz="1600"/>
          </a:p>
        </p:txBody>
      </p:sp>
      <p:sp>
        <p:nvSpPr>
          <p:cNvPr id="48" name="Rounded Rectangle 47">
            <a:extLst>
              <a:ext uri="{FF2B5EF4-FFF2-40B4-BE49-F238E27FC236}">
                <a16:creationId xmlns:a16="http://schemas.microsoft.com/office/drawing/2014/main" id="{9507257A-14E3-12D5-7823-9BABBF0872AB}"/>
              </a:ext>
            </a:extLst>
          </p:cNvPr>
          <p:cNvSpPr/>
          <p:nvPr/>
        </p:nvSpPr>
        <p:spPr>
          <a:xfrm>
            <a:off x="633652" y="5237529"/>
            <a:ext cx="3539059" cy="655445"/>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a:t>Personal vs Collective</a:t>
            </a:r>
          </a:p>
        </p:txBody>
      </p:sp>
      <p:sp>
        <p:nvSpPr>
          <p:cNvPr id="49" name="Rounded Rectangle 48">
            <a:extLst>
              <a:ext uri="{FF2B5EF4-FFF2-40B4-BE49-F238E27FC236}">
                <a16:creationId xmlns:a16="http://schemas.microsoft.com/office/drawing/2014/main" id="{AC63FB01-69A7-A607-27B5-9A8E8698CF6D}"/>
              </a:ext>
            </a:extLst>
          </p:cNvPr>
          <p:cNvSpPr/>
          <p:nvPr/>
        </p:nvSpPr>
        <p:spPr>
          <a:xfrm>
            <a:off x="7994837" y="5237529"/>
            <a:ext cx="3539059" cy="655445"/>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a:t>Social vs Sensory</a:t>
            </a:r>
          </a:p>
        </p:txBody>
      </p:sp>
      <p:sp>
        <p:nvSpPr>
          <p:cNvPr id="50" name="Rounded Rectangle 49">
            <a:extLst>
              <a:ext uri="{FF2B5EF4-FFF2-40B4-BE49-F238E27FC236}">
                <a16:creationId xmlns:a16="http://schemas.microsoft.com/office/drawing/2014/main" id="{88B2AB1B-0B05-178C-7625-EBD56DE2C4D7}"/>
              </a:ext>
            </a:extLst>
          </p:cNvPr>
          <p:cNvSpPr/>
          <p:nvPr/>
        </p:nvSpPr>
        <p:spPr>
          <a:xfrm>
            <a:off x="4310700" y="5237529"/>
            <a:ext cx="3539059" cy="655445"/>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lang="en-US"/>
              <a:t>Restorative vs Reflective</a:t>
            </a:r>
          </a:p>
        </p:txBody>
      </p:sp>
      <p:cxnSp>
        <p:nvCxnSpPr>
          <p:cNvPr id="5" name="Straight Connector 4">
            <a:extLst>
              <a:ext uri="{FF2B5EF4-FFF2-40B4-BE49-F238E27FC236}">
                <a16:creationId xmlns:a16="http://schemas.microsoft.com/office/drawing/2014/main" id="{2B9CF8AE-1C63-855E-86B8-72D9E784FE66}"/>
              </a:ext>
            </a:extLst>
          </p:cNvPr>
          <p:cNvCxnSpPr/>
          <p:nvPr/>
        </p:nvCxnSpPr>
        <p:spPr>
          <a:xfrm>
            <a:off x="215900" y="393700"/>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B4DD0887-7A31-3877-8373-CD8AE0C81694}"/>
              </a:ext>
            </a:extLst>
          </p:cNvPr>
          <p:cNvCxnSpPr/>
          <p:nvPr/>
        </p:nvCxnSpPr>
        <p:spPr>
          <a:xfrm>
            <a:off x="11986307" y="389297"/>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220E1-92BD-FA0B-B8B1-D52E70151329}"/>
              </a:ext>
            </a:extLst>
          </p:cNvPr>
          <p:cNvSpPr>
            <a:spLocks noGrp="1"/>
          </p:cNvSpPr>
          <p:nvPr>
            <p:ph type="title"/>
          </p:nvPr>
        </p:nvSpPr>
        <p:spPr>
          <a:xfrm>
            <a:off x="375587" y="216615"/>
            <a:ext cx="6608433" cy="1197586"/>
          </a:xfrm>
        </p:spPr>
        <p:txBody>
          <a:bodyPr>
            <a:normAutofit fontScale="90000"/>
          </a:bodyPr>
          <a:lstStyle/>
          <a:p>
            <a:r>
              <a:rPr lang="en-AU" sz="3600" b="1" cap="none">
                <a:solidFill>
                  <a:schemeClr val="tx1"/>
                </a:solidFill>
                <a:latin typeface="Georgia"/>
              </a:rPr>
              <a:t>Design Opportunity, Concepts Backed By Research</a:t>
            </a:r>
            <a:endParaRPr lang="en-US" sz="3600" b="1">
              <a:solidFill>
                <a:schemeClr val="tx1"/>
              </a:solidFill>
              <a:latin typeface="Georgia"/>
            </a:endParaRPr>
          </a:p>
        </p:txBody>
      </p:sp>
      <p:sp>
        <p:nvSpPr>
          <p:cNvPr id="7" name="Content Placeholder 2">
            <a:extLst>
              <a:ext uri="{FF2B5EF4-FFF2-40B4-BE49-F238E27FC236}">
                <a16:creationId xmlns:a16="http://schemas.microsoft.com/office/drawing/2014/main" id="{8050B3F9-E044-FE64-0887-335EC38C381E}"/>
              </a:ext>
            </a:extLst>
          </p:cNvPr>
          <p:cNvSpPr>
            <a:spLocks noGrp="1"/>
          </p:cNvSpPr>
          <p:nvPr>
            <p:ph idx="1"/>
          </p:nvPr>
        </p:nvSpPr>
        <p:spPr>
          <a:xfrm>
            <a:off x="573110" y="1751804"/>
            <a:ext cx="2514601" cy="485544"/>
          </a:xfrm>
        </p:spPr>
        <p:txBody>
          <a:bodyPr vert="horz" lIns="91440" tIns="45720" rIns="91440" bIns="45720" rtlCol="0" anchor="t">
            <a:normAutofit/>
          </a:bodyPr>
          <a:lstStyle/>
          <a:p>
            <a:pPr marL="0" indent="0">
              <a:buNone/>
            </a:pPr>
            <a:r>
              <a:rPr lang="en-AU" sz="1800">
                <a:solidFill>
                  <a:schemeClr val="tx1"/>
                </a:solidFill>
                <a:latin typeface="helvetica"/>
                <a:cs typeface="helvetica"/>
              </a:rPr>
              <a:t>Digital time capsule</a:t>
            </a:r>
          </a:p>
        </p:txBody>
      </p:sp>
      <p:pic>
        <p:nvPicPr>
          <p:cNvPr id="9" name="Picture 8" descr="A box with a piece of paper and bottles&#10;&#10;AI-generated content may be incorrect.">
            <a:extLst>
              <a:ext uri="{FF2B5EF4-FFF2-40B4-BE49-F238E27FC236}">
                <a16:creationId xmlns:a16="http://schemas.microsoft.com/office/drawing/2014/main" id="{00CEE301-50B9-FAB9-AB47-9907AD725222}"/>
              </a:ext>
            </a:extLst>
          </p:cNvPr>
          <p:cNvPicPr>
            <a:picLocks noChangeAspect="1"/>
          </p:cNvPicPr>
          <p:nvPr/>
        </p:nvPicPr>
        <p:blipFill>
          <a:blip r:embed="rId3"/>
          <a:srcRect l="15905" t="1647" r="18105"/>
          <a:stretch>
            <a:fillRect/>
          </a:stretch>
        </p:blipFill>
        <p:spPr>
          <a:xfrm rot="16200000">
            <a:off x="1076954" y="1655527"/>
            <a:ext cx="1504490" cy="2729620"/>
          </a:xfrm>
          <a:prstGeom prst="rect">
            <a:avLst/>
          </a:prstGeom>
        </p:spPr>
      </p:pic>
      <p:sp>
        <p:nvSpPr>
          <p:cNvPr id="11" name="Content Placeholder 2">
            <a:extLst>
              <a:ext uri="{FF2B5EF4-FFF2-40B4-BE49-F238E27FC236}">
                <a16:creationId xmlns:a16="http://schemas.microsoft.com/office/drawing/2014/main" id="{C64D74CA-3434-AA7C-F696-AB1522945936}"/>
              </a:ext>
            </a:extLst>
          </p:cNvPr>
          <p:cNvSpPr txBox="1">
            <a:spLocks/>
          </p:cNvSpPr>
          <p:nvPr/>
        </p:nvSpPr>
        <p:spPr>
          <a:xfrm>
            <a:off x="6239754" y="1852102"/>
            <a:ext cx="2475401" cy="49483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600">
                <a:ea typeface="+mn-lt"/>
                <a:cs typeface="+mn-lt"/>
              </a:rPr>
              <a:t>Collective Audio Tree</a:t>
            </a:r>
            <a:endParaRPr lang="en-US" sz="1600"/>
          </a:p>
        </p:txBody>
      </p:sp>
      <p:pic>
        <p:nvPicPr>
          <p:cNvPr id="13" name="Picture 12" descr="Then vs Now: Brisbane campus edition! 📍: 333 Ann St, Brisbane #TBT  #ThrowbackThursday #Brisbane #History">
            <a:extLst>
              <a:ext uri="{FF2B5EF4-FFF2-40B4-BE49-F238E27FC236}">
                <a16:creationId xmlns:a16="http://schemas.microsoft.com/office/drawing/2014/main" id="{9F31A8EA-0EEC-CB3B-5ACE-F8F55D7587A1}"/>
              </a:ext>
            </a:extLst>
          </p:cNvPr>
          <p:cNvPicPr>
            <a:picLocks noChangeAspect="1"/>
          </p:cNvPicPr>
          <p:nvPr/>
        </p:nvPicPr>
        <p:blipFill>
          <a:blip r:embed="rId4"/>
          <a:srcRect t="12260" r="454" b="462"/>
          <a:stretch>
            <a:fillRect/>
          </a:stretch>
        </p:blipFill>
        <p:spPr>
          <a:xfrm>
            <a:off x="4269569" y="1495949"/>
            <a:ext cx="1749898" cy="1842024"/>
          </a:xfrm>
          <a:prstGeom prst="rect">
            <a:avLst/>
          </a:prstGeom>
        </p:spPr>
      </p:pic>
      <p:sp>
        <p:nvSpPr>
          <p:cNvPr id="15" name="Content Placeholder 2">
            <a:extLst>
              <a:ext uri="{FF2B5EF4-FFF2-40B4-BE49-F238E27FC236}">
                <a16:creationId xmlns:a16="http://schemas.microsoft.com/office/drawing/2014/main" id="{55894067-B958-1011-14F0-3BF85F8AA865}"/>
              </a:ext>
            </a:extLst>
          </p:cNvPr>
          <p:cNvSpPr txBox="1">
            <a:spLocks/>
          </p:cNvSpPr>
          <p:nvPr/>
        </p:nvSpPr>
        <p:spPr>
          <a:xfrm>
            <a:off x="3904291" y="1121298"/>
            <a:ext cx="2421675" cy="49483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AU" sz="1600"/>
              <a:t>What did it look like then?</a:t>
            </a:r>
            <a:endParaRPr lang="en-US" sz="1600"/>
          </a:p>
        </p:txBody>
      </p:sp>
      <p:sp>
        <p:nvSpPr>
          <p:cNvPr id="17" name="Content Placeholder 2">
            <a:extLst>
              <a:ext uri="{FF2B5EF4-FFF2-40B4-BE49-F238E27FC236}">
                <a16:creationId xmlns:a16="http://schemas.microsoft.com/office/drawing/2014/main" id="{2A96CEB5-3F2A-FEDB-9EE2-092B9A5E2B3E}"/>
              </a:ext>
            </a:extLst>
          </p:cNvPr>
          <p:cNvSpPr txBox="1">
            <a:spLocks/>
          </p:cNvSpPr>
          <p:nvPr/>
        </p:nvSpPr>
        <p:spPr>
          <a:xfrm>
            <a:off x="8774630" y="2012741"/>
            <a:ext cx="3070986" cy="503594"/>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AU" sz="1600">
                <a:ea typeface="+mn-lt"/>
                <a:cs typeface="+mn-lt"/>
              </a:rPr>
              <a:t>Ancestral language preservation fragmented elder knowledge</a:t>
            </a:r>
            <a:endParaRPr lang="en-AU" sz="1600"/>
          </a:p>
        </p:txBody>
      </p:sp>
      <p:pic>
        <p:nvPicPr>
          <p:cNvPr id="19" name="Picture 18" descr="First Nations bedtime stories connecting Elders and children | SBS NITV">
            <a:extLst>
              <a:ext uri="{FF2B5EF4-FFF2-40B4-BE49-F238E27FC236}">
                <a16:creationId xmlns:a16="http://schemas.microsoft.com/office/drawing/2014/main" id="{1E1BD5AC-FC3B-C98D-C99C-F7776F7145E6}"/>
              </a:ext>
            </a:extLst>
          </p:cNvPr>
          <p:cNvPicPr>
            <a:picLocks noChangeAspect="1"/>
          </p:cNvPicPr>
          <p:nvPr/>
        </p:nvPicPr>
        <p:blipFill>
          <a:blip r:embed="rId5"/>
          <a:stretch>
            <a:fillRect/>
          </a:stretch>
        </p:blipFill>
        <p:spPr>
          <a:xfrm>
            <a:off x="9030829" y="2583775"/>
            <a:ext cx="2547199" cy="1494557"/>
          </a:xfrm>
          <a:prstGeom prst="rect">
            <a:avLst/>
          </a:prstGeom>
        </p:spPr>
      </p:pic>
      <p:pic>
        <p:nvPicPr>
          <p:cNvPr id="21" name="Picture 20" descr="Our memory tree is a lovely way to pay a lasting tribute to those who have  sadly passed away. Each leaf is engraved with a personal message dedicated  to your loved one">
            <a:extLst>
              <a:ext uri="{FF2B5EF4-FFF2-40B4-BE49-F238E27FC236}">
                <a16:creationId xmlns:a16="http://schemas.microsoft.com/office/drawing/2014/main" id="{F943E1D7-9EF9-3025-CBB6-5010C180A1E4}"/>
              </a:ext>
            </a:extLst>
          </p:cNvPr>
          <p:cNvPicPr>
            <a:picLocks noChangeAspect="1"/>
          </p:cNvPicPr>
          <p:nvPr/>
        </p:nvPicPr>
        <p:blipFill>
          <a:blip r:embed="rId6"/>
          <a:stretch>
            <a:fillRect/>
          </a:stretch>
        </p:blipFill>
        <p:spPr>
          <a:xfrm>
            <a:off x="6788558" y="2165303"/>
            <a:ext cx="1383096" cy="1767819"/>
          </a:xfrm>
          <a:prstGeom prst="rect">
            <a:avLst/>
          </a:prstGeom>
        </p:spPr>
      </p:pic>
      <p:sp>
        <p:nvSpPr>
          <p:cNvPr id="25" name="Rectangle: Rounded Corners 24">
            <a:extLst>
              <a:ext uri="{FF2B5EF4-FFF2-40B4-BE49-F238E27FC236}">
                <a16:creationId xmlns:a16="http://schemas.microsoft.com/office/drawing/2014/main" id="{56501C58-8839-B03F-ADB8-3576ECBC669E}"/>
              </a:ext>
            </a:extLst>
          </p:cNvPr>
          <p:cNvSpPr/>
          <p:nvPr/>
        </p:nvSpPr>
        <p:spPr>
          <a:xfrm>
            <a:off x="366509" y="1505793"/>
            <a:ext cx="2926527" cy="3665749"/>
          </a:xfrm>
          <a:prstGeom prst="roundRect">
            <a:avLst/>
          </a:prstGeom>
          <a:noFill/>
          <a:ln>
            <a:solidFill>
              <a:srgbClr val="C76223"/>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solidFill>
                <a:srgbClr val="C76223"/>
              </a:solidFill>
            </a:endParaRPr>
          </a:p>
        </p:txBody>
      </p:sp>
      <p:sp>
        <p:nvSpPr>
          <p:cNvPr id="35" name="Rectangle: Rounded Corners 34">
            <a:extLst>
              <a:ext uri="{FF2B5EF4-FFF2-40B4-BE49-F238E27FC236}">
                <a16:creationId xmlns:a16="http://schemas.microsoft.com/office/drawing/2014/main" id="{8A531D50-7362-1783-0B8F-4DDD7B37C956}"/>
              </a:ext>
            </a:extLst>
          </p:cNvPr>
          <p:cNvSpPr/>
          <p:nvPr/>
        </p:nvSpPr>
        <p:spPr>
          <a:xfrm>
            <a:off x="3909722" y="1003942"/>
            <a:ext cx="2412208" cy="2621943"/>
          </a:xfrm>
          <a:prstGeom prst="round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Rounded Corners 35">
            <a:extLst>
              <a:ext uri="{FF2B5EF4-FFF2-40B4-BE49-F238E27FC236}">
                <a16:creationId xmlns:a16="http://schemas.microsoft.com/office/drawing/2014/main" id="{D3E7DCEC-886E-E45D-E336-56979A4F1DCD}"/>
              </a:ext>
            </a:extLst>
          </p:cNvPr>
          <p:cNvSpPr/>
          <p:nvPr/>
        </p:nvSpPr>
        <p:spPr>
          <a:xfrm>
            <a:off x="6499252" y="1750066"/>
            <a:ext cx="1955008" cy="2326668"/>
          </a:xfrm>
          <a:prstGeom prst="round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ECD02064-C3B7-5169-B6E2-6DECC581B3C0}"/>
              </a:ext>
            </a:extLst>
          </p:cNvPr>
          <p:cNvSpPr/>
          <p:nvPr/>
        </p:nvSpPr>
        <p:spPr>
          <a:xfrm>
            <a:off x="8773204" y="1884102"/>
            <a:ext cx="3069433" cy="2431443"/>
          </a:xfrm>
          <a:prstGeom prst="round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p14="http://schemas.microsoft.com/office/powerpoint/2010/main" Requires="p14">
          <p:contentPart p14:bwMode="auto" r:id="rId7">
            <p14:nvContentPartPr>
              <p14:cNvPr id="44" name="Ink 43">
                <a:extLst>
                  <a:ext uri="{FF2B5EF4-FFF2-40B4-BE49-F238E27FC236}">
                    <a16:creationId xmlns:a16="http://schemas.microsoft.com/office/drawing/2014/main" id="{AFBF1A90-40D9-8318-A1AC-8F430564AB8B}"/>
                  </a:ext>
                </a:extLst>
              </p14:cNvPr>
              <p14:cNvContentPartPr/>
              <p14:nvPr/>
            </p14:nvContentPartPr>
            <p14:xfrm>
              <a:off x="5059377" y="3631595"/>
              <a:ext cx="158524" cy="899944"/>
            </p14:xfrm>
          </p:contentPart>
        </mc:Choice>
        <mc:Fallback>
          <p:pic>
            <p:nvPicPr>
              <p:cNvPr id="44" name="Ink 43">
                <a:extLst>
                  <a:ext uri="{FF2B5EF4-FFF2-40B4-BE49-F238E27FC236}">
                    <a16:creationId xmlns:a16="http://schemas.microsoft.com/office/drawing/2014/main" id="{AFBF1A90-40D9-8318-A1AC-8F430564AB8B}"/>
                  </a:ext>
                </a:extLst>
              </p:cNvPr>
              <p:cNvPicPr/>
              <p:nvPr/>
            </p:nvPicPr>
            <p:blipFill>
              <a:blip r:embed="rId8"/>
              <a:stretch>
                <a:fillRect/>
              </a:stretch>
            </p:blipFill>
            <p:spPr>
              <a:xfrm>
                <a:off x="5041444" y="3613603"/>
                <a:ext cx="194031" cy="935568"/>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45" name="Ink 44">
                <a:extLst>
                  <a:ext uri="{FF2B5EF4-FFF2-40B4-BE49-F238E27FC236}">
                    <a16:creationId xmlns:a16="http://schemas.microsoft.com/office/drawing/2014/main" id="{7446BF6E-2EA0-F026-E1FA-322D34481B2C}"/>
                  </a:ext>
                </a:extLst>
              </p14:cNvPr>
              <p14:cNvContentPartPr/>
              <p14:nvPr/>
            </p14:nvContentPartPr>
            <p14:xfrm>
              <a:off x="7426708" y="3924915"/>
              <a:ext cx="110445" cy="568308"/>
            </p14:xfrm>
          </p:contentPart>
        </mc:Choice>
        <mc:Fallback>
          <p:pic>
            <p:nvPicPr>
              <p:cNvPr id="45" name="Ink 44">
                <a:extLst>
                  <a:ext uri="{FF2B5EF4-FFF2-40B4-BE49-F238E27FC236}">
                    <a16:creationId xmlns:a16="http://schemas.microsoft.com/office/drawing/2014/main" id="{7446BF6E-2EA0-F026-E1FA-322D34481B2C}"/>
                  </a:ext>
                </a:extLst>
              </p:cNvPr>
              <p:cNvPicPr/>
              <p:nvPr/>
            </p:nvPicPr>
            <p:blipFill>
              <a:blip r:embed="rId10"/>
              <a:stretch>
                <a:fillRect/>
              </a:stretch>
            </p:blipFill>
            <p:spPr>
              <a:xfrm>
                <a:off x="7408779" y="3906931"/>
                <a:ext cx="145945" cy="603917"/>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46" name="Ink 45">
                <a:extLst>
                  <a:ext uri="{FF2B5EF4-FFF2-40B4-BE49-F238E27FC236}">
                    <a16:creationId xmlns:a16="http://schemas.microsoft.com/office/drawing/2014/main" id="{CA1FFBD8-E477-5B4A-1B10-FC8E110BAC8A}"/>
                  </a:ext>
                </a:extLst>
              </p14:cNvPr>
              <p14:cNvContentPartPr/>
              <p14:nvPr/>
            </p14:nvContentPartPr>
            <p14:xfrm>
              <a:off x="10083238" y="4321023"/>
              <a:ext cx="516726" cy="1119531"/>
            </p14:xfrm>
          </p:contentPart>
        </mc:Choice>
        <mc:Fallback>
          <p:pic>
            <p:nvPicPr>
              <p:cNvPr id="46" name="Ink 45">
                <a:extLst>
                  <a:ext uri="{FF2B5EF4-FFF2-40B4-BE49-F238E27FC236}">
                    <a16:creationId xmlns:a16="http://schemas.microsoft.com/office/drawing/2014/main" id="{CA1FFBD8-E477-5B4A-1B10-FC8E110BAC8A}"/>
                  </a:ext>
                </a:extLst>
              </p:cNvPr>
              <p:cNvPicPr/>
              <p:nvPr/>
            </p:nvPicPr>
            <p:blipFill>
              <a:blip r:embed="rId12"/>
              <a:stretch>
                <a:fillRect/>
              </a:stretch>
            </p:blipFill>
            <p:spPr>
              <a:xfrm>
                <a:off x="10065259" y="4303030"/>
                <a:ext cx="552325" cy="1155157"/>
              </a:xfrm>
              <a:prstGeom prst="rect">
                <a:avLst/>
              </a:prstGeom>
            </p:spPr>
          </p:pic>
        </mc:Fallback>
      </mc:AlternateContent>
      <p:sp>
        <p:nvSpPr>
          <p:cNvPr id="6" name="TextBox 5">
            <a:extLst>
              <a:ext uri="{FF2B5EF4-FFF2-40B4-BE49-F238E27FC236}">
                <a16:creationId xmlns:a16="http://schemas.microsoft.com/office/drawing/2014/main" id="{248E0495-1F64-3F0B-A2C0-50D58A1F2816}"/>
              </a:ext>
            </a:extLst>
          </p:cNvPr>
          <p:cNvSpPr txBox="1"/>
          <p:nvPr/>
        </p:nvSpPr>
        <p:spPr>
          <a:xfrm>
            <a:off x="861465" y="6127001"/>
            <a:ext cx="2226029" cy="646331"/>
          </a:xfrm>
          <a:custGeom>
            <a:avLst/>
            <a:gdLst>
              <a:gd name="csX0" fmla="*/ 0 w 2226029"/>
              <a:gd name="csY0" fmla="*/ 0 h 646331"/>
              <a:gd name="csX1" fmla="*/ 534247 w 2226029"/>
              <a:gd name="csY1" fmla="*/ 0 h 646331"/>
              <a:gd name="csX2" fmla="*/ 1046234 w 2226029"/>
              <a:gd name="csY2" fmla="*/ 0 h 646331"/>
              <a:gd name="csX3" fmla="*/ 1558220 w 2226029"/>
              <a:gd name="csY3" fmla="*/ 0 h 646331"/>
              <a:gd name="csX4" fmla="*/ 2226029 w 2226029"/>
              <a:gd name="csY4" fmla="*/ 0 h 646331"/>
              <a:gd name="csX5" fmla="*/ 2226029 w 2226029"/>
              <a:gd name="csY5" fmla="*/ 646331 h 646331"/>
              <a:gd name="csX6" fmla="*/ 1691782 w 2226029"/>
              <a:gd name="csY6" fmla="*/ 646331 h 646331"/>
              <a:gd name="csX7" fmla="*/ 1090754 w 2226029"/>
              <a:gd name="csY7" fmla="*/ 646331 h 646331"/>
              <a:gd name="csX8" fmla="*/ 489726 w 2226029"/>
              <a:gd name="csY8" fmla="*/ 646331 h 646331"/>
              <a:gd name="csX9" fmla="*/ 0 w 2226029"/>
              <a:gd name="csY9" fmla="*/ 646331 h 646331"/>
              <a:gd name="csX10" fmla="*/ 0 w 2226029"/>
              <a:gd name="csY10" fmla="*/ 0 h 646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226029" h="646331" extrusionOk="0">
                <a:moveTo>
                  <a:pt x="0" y="0"/>
                </a:moveTo>
                <a:cubicBezTo>
                  <a:pt x="209874" y="5294"/>
                  <a:pt x="392072" y="1628"/>
                  <a:pt x="534247" y="0"/>
                </a:cubicBezTo>
                <a:cubicBezTo>
                  <a:pt x="676422" y="-1628"/>
                  <a:pt x="936466" y="-972"/>
                  <a:pt x="1046234" y="0"/>
                </a:cubicBezTo>
                <a:cubicBezTo>
                  <a:pt x="1156002" y="972"/>
                  <a:pt x="1412471" y="-3504"/>
                  <a:pt x="1558220" y="0"/>
                </a:cubicBezTo>
                <a:cubicBezTo>
                  <a:pt x="1703969" y="3504"/>
                  <a:pt x="1930941" y="27860"/>
                  <a:pt x="2226029" y="0"/>
                </a:cubicBezTo>
                <a:cubicBezTo>
                  <a:pt x="2241804" y="212268"/>
                  <a:pt x="2244706" y="392801"/>
                  <a:pt x="2226029" y="646331"/>
                </a:cubicBezTo>
                <a:cubicBezTo>
                  <a:pt x="1988651" y="626776"/>
                  <a:pt x="1944748" y="622676"/>
                  <a:pt x="1691782" y="646331"/>
                </a:cubicBezTo>
                <a:cubicBezTo>
                  <a:pt x="1438816" y="669986"/>
                  <a:pt x="1376263" y="625949"/>
                  <a:pt x="1090754" y="646331"/>
                </a:cubicBezTo>
                <a:cubicBezTo>
                  <a:pt x="805245" y="666713"/>
                  <a:pt x="746622" y="664669"/>
                  <a:pt x="489726" y="646331"/>
                </a:cubicBezTo>
                <a:cubicBezTo>
                  <a:pt x="232830" y="627993"/>
                  <a:pt x="126470" y="628022"/>
                  <a:pt x="0" y="646331"/>
                </a:cubicBezTo>
                <a:cubicBezTo>
                  <a:pt x="-7480" y="421712"/>
                  <a:pt x="-10689" y="300603"/>
                  <a:pt x="0" y="0"/>
                </a:cubicBezTo>
                <a:close/>
              </a:path>
            </a:pathLst>
          </a:custGeom>
          <a:noFill/>
          <a:ln>
            <a:solidFill>
              <a:schemeClr val="bg1">
                <a:lumMod val="75000"/>
              </a:schemeClr>
            </a:solidFill>
            <a:extLst>
              <a:ext uri="{C807C97D-BFC1-408E-A445-0C87EB9F89A2}">
                <ask:lineSketchStyleProps xmlns:ask="http://schemas.microsoft.com/office/drawing/2018/sketchyshapes" sd="3499211612">
                  <a:prstGeom prst="rect">
                    <a:avLst/>
                  </a:prstGeom>
                  <ask:type>
                    <ask:lineSketchFreehand/>
                  </ask:type>
                </ask:lineSketchStyleProps>
              </a:ext>
            </a:extLst>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rPr>
              <a:t>Autobiographical remembering serves ongoing psychological needs (Bluck et al., 2005;)</a:t>
            </a:r>
            <a:endParaRPr lang="en-US" sz="1200"/>
          </a:p>
        </p:txBody>
      </p:sp>
      <p:sp>
        <p:nvSpPr>
          <p:cNvPr id="10" name="TextBox 9">
            <a:extLst>
              <a:ext uri="{FF2B5EF4-FFF2-40B4-BE49-F238E27FC236}">
                <a16:creationId xmlns:a16="http://schemas.microsoft.com/office/drawing/2014/main" id="{F825F0F8-4F99-3EB5-591A-CFA2FF3D146C}"/>
              </a:ext>
            </a:extLst>
          </p:cNvPr>
          <p:cNvSpPr txBox="1"/>
          <p:nvPr/>
        </p:nvSpPr>
        <p:spPr>
          <a:xfrm>
            <a:off x="464185" y="3934474"/>
            <a:ext cx="2226029" cy="646331"/>
          </a:xfrm>
          <a:custGeom>
            <a:avLst/>
            <a:gdLst>
              <a:gd name="csX0" fmla="*/ 0 w 2226029"/>
              <a:gd name="csY0" fmla="*/ 0 h 646331"/>
              <a:gd name="csX1" fmla="*/ 511987 w 2226029"/>
              <a:gd name="csY1" fmla="*/ 0 h 646331"/>
              <a:gd name="csX2" fmla="*/ 1113015 w 2226029"/>
              <a:gd name="csY2" fmla="*/ 0 h 646331"/>
              <a:gd name="csX3" fmla="*/ 1625001 w 2226029"/>
              <a:gd name="csY3" fmla="*/ 0 h 646331"/>
              <a:gd name="csX4" fmla="*/ 2226029 w 2226029"/>
              <a:gd name="csY4" fmla="*/ 0 h 646331"/>
              <a:gd name="csX5" fmla="*/ 2226029 w 2226029"/>
              <a:gd name="csY5" fmla="*/ 646331 h 646331"/>
              <a:gd name="csX6" fmla="*/ 1714042 w 2226029"/>
              <a:gd name="csY6" fmla="*/ 646331 h 646331"/>
              <a:gd name="csX7" fmla="*/ 1179795 w 2226029"/>
              <a:gd name="csY7" fmla="*/ 646331 h 646331"/>
              <a:gd name="csX8" fmla="*/ 667809 w 2226029"/>
              <a:gd name="csY8" fmla="*/ 646331 h 646331"/>
              <a:gd name="csX9" fmla="*/ 0 w 2226029"/>
              <a:gd name="csY9" fmla="*/ 646331 h 646331"/>
              <a:gd name="csX10" fmla="*/ 0 w 2226029"/>
              <a:gd name="csY10" fmla="*/ 0 h 646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226029" h="646331" fill="none" extrusionOk="0">
                <a:moveTo>
                  <a:pt x="0" y="0"/>
                </a:moveTo>
                <a:cubicBezTo>
                  <a:pt x="131382" y="23286"/>
                  <a:pt x="370848" y="10284"/>
                  <a:pt x="511987" y="0"/>
                </a:cubicBezTo>
                <a:cubicBezTo>
                  <a:pt x="653126" y="-10284"/>
                  <a:pt x="861627" y="-24727"/>
                  <a:pt x="1113015" y="0"/>
                </a:cubicBezTo>
                <a:cubicBezTo>
                  <a:pt x="1364403" y="24727"/>
                  <a:pt x="1415619" y="11280"/>
                  <a:pt x="1625001" y="0"/>
                </a:cubicBezTo>
                <a:cubicBezTo>
                  <a:pt x="1834383" y="-11280"/>
                  <a:pt x="2052560" y="19266"/>
                  <a:pt x="2226029" y="0"/>
                </a:cubicBezTo>
                <a:cubicBezTo>
                  <a:pt x="2217211" y="292098"/>
                  <a:pt x="2221576" y="418734"/>
                  <a:pt x="2226029" y="646331"/>
                </a:cubicBezTo>
                <a:cubicBezTo>
                  <a:pt x="2100642" y="669569"/>
                  <a:pt x="1835009" y="643066"/>
                  <a:pt x="1714042" y="646331"/>
                </a:cubicBezTo>
                <a:cubicBezTo>
                  <a:pt x="1593075" y="649596"/>
                  <a:pt x="1348341" y="625816"/>
                  <a:pt x="1179795" y="646331"/>
                </a:cubicBezTo>
                <a:cubicBezTo>
                  <a:pt x="1011249" y="666846"/>
                  <a:pt x="877124" y="643204"/>
                  <a:pt x="667809" y="646331"/>
                </a:cubicBezTo>
                <a:cubicBezTo>
                  <a:pt x="458494" y="649458"/>
                  <a:pt x="288126" y="640088"/>
                  <a:pt x="0" y="646331"/>
                </a:cubicBezTo>
                <a:cubicBezTo>
                  <a:pt x="29780" y="453162"/>
                  <a:pt x="14785" y="292200"/>
                  <a:pt x="0" y="0"/>
                </a:cubicBezTo>
                <a:close/>
              </a:path>
              <a:path w="2226029" h="646331" stroke="0" extrusionOk="0">
                <a:moveTo>
                  <a:pt x="0" y="0"/>
                </a:moveTo>
                <a:cubicBezTo>
                  <a:pt x="130222" y="-20366"/>
                  <a:pt x="299156" y="-2759"/>
                  <a:pt x="578768" y="0"/>
                </a:cubicBezTo>
                <a:cubicBezTo>
                  <a:pt x="858380" y="2759"/>
                  <a:pt x="850083" y="-17521"/>
                  <a:pt x="1090754" y="0"/>
                </a:cubicBezTo>
                <a:cubicBezTo>
                  <a:pt x="1331425" y="17521"/>
                  <a:pt x="1429783" y="-8378"/>
                  <a:pt x="1602741" y="0"/>
                </a:cubicBezTo>
                <a:cubicBezTo>
                  <a:pt x="1775699" y="8378"/>
                  <a:pt x="1963472" y="5545"/>
                  <a:pt x="2226029" y="0"/>
                </a:cubicBezTo>
                <a:cubicBezTo>
                  <a:pt x="2194316" y="230821"/>
                  <a:pt x="2230435" y="504157"/>
                  <a:pt x="2226029" y="646331"/>
                </a:cubicBezTo>
                <a:cubicBezTo>
                  <a:pt x="2103343" y="643219"/>
                  <a:pt x="1881249" y="653598"/>
                  <a:pt x="1714042" y="646331"/>
                </a:cubicBezTo>
                <a:cubicBezTo>
                  <a:pt x="1546835" y="639064"/>
                  <a:pt x="1422214" y="627507"/>
                  <a:pt x="1224316" y="646331"/>
                </a:cubicBezTo>
                <a:cubicBezTo>
                  <a:pt x="1026418" y="665155"/>
                  <a:pt x="961479" y="662499"/>
                  <a:pt x="712329" y="646331"/>
                </a:cubicBezTo>
                <a:cubicBezTo>
                  <a:pt x="463179" y="630163"/>
                  <a:pt x="212329" y="669206"/>
                  <a:pt x="0" y="646331"/>
                </a:cubicBezTo>
                <a:cubicBezTo>
                  <a:pt x="10067" y="344720"/>
                  <a:pt x="-23290" y="304199"/>
                  <a:pt x="0" y="0"/>
                </a:cubicBezTo>
                <a:close/>
              </a:path>
            </a:pathLst>
          </a:custGeom>
          <a:ln>
            <a:extLst>
              <a:ext uri="{C807C97D-BFC1-408E-A445-0C87EB9F89A2}">
                <ask:lineSketchStyleProps xmlns:ask="http://schemas.microsoft.com/office/drawing/2018/sketchyshapes" sd="1215130632">
                  <a:prstGeom prst="rect">
                    <a:avLst/>
                  </a:prstGeom>
                  <ask:type>
                    <ask:lineSketchFreehand/>
                  </ask:type>
                </ask:lineSketchStyleProps>
              </a:ext>
            </a:extLst>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rPr>
              <a:t>A memory lasts by emotional significance, identity relevance (Wardell &amp; Palombo, 2024)</a:t>
            </a:r>
            <a:endParaRPr lang="en-US"/>
          </a:p>
        </p:txBody>
      </p:sp>
      <p:sp>
        <p:nvSpPr>
          <p:cNvPr id="12" name="TextBox 11">
            <a:extLst>
              <a:ext uri="{FF2B5EF4-FFF2-40B4-BE49-F238E27FC236}">
                <a16:creationId xmlns:a16="http://schemas.microsoft.com/office/drawing/2014/main" id="{66B105B4-DEA6-B889-1AD6-F562F9CE8623}"/>
              </a:ext>
            </a:extLst>
          </p:cNvPr>
          <p:cNvSpPr txBox="1"/>
          <p:nvPr/>
        </p:nvSpPr>
        <p:spPr>
          <a:xfrm>
            <a:off x="3881959" y="4671163"/>
            <a:ext cx="3233418" cy="646331"/>
          </a:xfrm>
          <a:custGeom>
            <a:avLst/>
            <a:gdLst>
              <a:gd name="csX0" fmla="*/ 0 w 3233418"/>
              <a:gd name="csY0" fmla="*/ 0 h 646331"/>
              <a:gd name="csX1" fmla="*/ 679018 w 3233418"/>
              <a:gd name="csY1" fmla="*/ 0 h 646331"/>
              <a:gd name="csX2" fmla="*/ 1358036 w 3233418"/>
              <a:gd name="csY2" fmla="*/ 0 h 646331"/>
              <a:gd name="csX3" fmla="*/ 2037053 w 3233418"/>
              <a:gd name="csY3" fmla="*/ 0 h 646331"/>
              <a:gd name="csX4" fmla="*/ 2651403 w 3233418"/>
              <a:gd name="csY4" fmla="*/ 0 h 646331"/>
              <a:gd name="csX5" fmla="*/ 3233418 w 3233418"/>
              <a:gd name="csY5" fmla="*/ 0 h 646331"/>
              <a:gd name="csX6" fmla="*/ 3233418 w 3233418"/>
              <a:gd name="csY6" fmla="*/ 646331 h 646331"/>
              <a:gd name="csX7" fmla="*/ 2619069 w 3233418"/>
              <a:gd name="csY7" fmla="*/ 646331 h 646331"/>
              <a:gd name="csX8" fmla="*/ 2037053 w 3233418"/>
              <a:gd name="csY8" fmla="*/ 646331 h 646331"/>
              <a:gd name="csX9" fmla="*/ 1455038 w 3233418"/>
              <a:gd name="csY9" fmla="*/ 646331 h 646331"/>
              <a:gd name="csX10" fmla="*/ 743686 w 3233418"/>
              <a:gd name="csY10" fmla="*/ 646331 h 646331"/>
              <a:gd name="csX11" fmla="*/ 0 w 3233418"/>
              <a:gd name="csY11" fmla="*/ 646331 h 646331"/>
              <a:gd name="csX12" fmla="*/ 0 w 3233418"/>
              <a:gd name="csY12" fmla="*/ 0 h 646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33418" h="646331" extrusionOk="0">
                <a:moveTo>
                  <a:pt x="0" y="0"/>
                </a:moveTo>
                <a:cubicBezTo>
                  <a:pt x="292723" y="15737"/>
                  <a:pt x="370116" y="-21461"/>
                  <a:pt x="679018" y="0"/>
                </a:cubicBezTo>
                <a:cubicBezTo>
                  <a:pt x="987920" y="21461"/>
                  <a:pt x="1130433" y="23923"/>
                  <a:pt x="1358036" y="0"/>
                </a:cubicBezTo>
                <a:cubicBezTo>
                  <a:pt x="1585639" y="-23923"/>
                  <a:pt x="1735522" y="14095"/>
                  <a:pt x="2037053" y="0"/>
                </a:cubicBezTo>
                <a:cubicBezTo>
                  <a:pt x="2338584" y="-14095"/>
                  <a:pt x="2499401" y="24596"/>
                  <a:pt x="2651403" y="0"/>
                </a:cubicBezTo>
                <a:cubicBezTo>
                  <a:pt x="2803405" y="-24596"/>
                  <a:pt x="2953279" y="-9650"/>
                  <a:pt x="3233418" y="0"/>
                </a:cubicBezTo>
                <a:cubicBezTo>
                  <a:pt x="3222174" y="272815"/>
                  <a:pt x="3203930" y="361633"/>
                  <a:pt x="3233418" y="646331"/>
                </a:cubicBezTo>
                <a:cubicBezTo>
                  <a:pt x="3011403" y="621652"/>
                  <a:pt x="2919988" y="663792"/>
                  <a:pt x="2619069" y="646331"/>
                </a:cubicBezTo>
                <a:cubicBezTo>
                  <a:pt x="2318150" y="628870"/>
                  <a:pt x="2310870" y="621225"/>
                  <a:pt x="2037053" y="646331"/>
                </a:cubicBezTo>
                <a:cubicBezTo>
                  <a:pt x="1763236" y="671437"/>
                  <a:pt x="1718961" y="651297"/>
                  <a:pt x="1455038" y="646331"/>
                </a:cubicBezTo>
                <a:cubicBezTo>
                  <a:pt x="1191115" y="641365"/>
                  <a:pt x="1083606" y="613909"/>
                  <a:pt x="743686" y="646331"/>
                </a:cubicBezTo>
                <a:cubicBezTo>
                  <a:pt x="403766" y="678753"/>
                  <a:pt x="302833" y="630461"/>
                  <a:pt x="0" y="646331"/>
                </a:cubicBezTo>
                <a:cubicBezTo>
                  <a:pt x="10841" y="464259"/>
                  <a:pt x="28472" y="196347"/>
                  <a:pt x="0" y="0"/>
                </a:cubicBezTo>
                <a:close/>
              </a:path>
            </a:pathLst>
          </a:custGeom>
          <a:noFill/>
          <a:ln>
            <a:solidFill>
              <a:schemeClr val="bg1">
                <a:lumMod val="75000"/>
              </a:schemeClr>
            </a:solidFill>
            <a:extLst>
              <a:ext uri="{C807C97D-BFC1-408E-A445-0C87EB9F89A2}">
                <ask:lineSketchStyleProps xmlns:ask="http://schemas.microsoft.com/office/drawing/2018/sketchyshapes" sd="2390893231">
                  <a:prstGeom prst="rect">
                    <a:avLst/>
                  </a:prstGeom>
                  <ask:type>
                    <ask:lineSketchFreehand/>
                  </ask:type>
                </ask:lineSketchStyleProps>
              </a:ext>
            </a:extLst>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rPr>
              <a:t>People typically preserve memories through external artefacts like photographs, videos, and messages (Wardell &amp; Palombo, 2024)</a:t>
            </a:r>
            <a:endParaRPr lang="en-US"/>
          </a:p>
        </p:txBody>
      </p:sp>
      <p:sp>
        <p:nvSpPr>
          <p:cNvPr id="14" name="TextBox 13">
            <a:extLst>
              <a:ext uri="{FF2B5EF4-FFF2-40B4-BE49-F238E27FC236}">
                <a16:creationId xmlns:a16="http://schemas.microsoft.com/office/drawing/2014/main" id="{5D03FFF0-F6B5-05BE-6A44-0D1FBF293B98}"/>
              </a:ext>
            </a:extLst>
          </p:cNvPr>
          <p:cNvSpPr txBox="1"/>
          <p:nvPr/>
        </p:nvSpPr>
        <p:spPr>
          <a:xfrm>
            <a:off x="3404094" y="6298485"/>
            <a:ext cx="2690978" cy="461665"/>
          </a:xfrm>
          <a:custGeom>
            <a:avLst/>
            <a:gdLst>
              <a:gd name="csX0" fmla="*/ 0 w 2690978"/>
              <a:gd name="csY0" fmla="*/ 0 h 461665"/>
              <a:gd name="csX1" fmla="*/ 699654 w 2690978"/>
              <a:gd name="csY1" fmla="*/ 0 h 461665"/>
              <a:gd name="csX2" fmla="*/ 1399309 w 2690978"/>
              <a:gd name="csY2" fmla="*/ 0 h 461665"/>
              <a:gd name="csX3" fmla="*/ 2098963 w 2690978"/>
              <a:gd name="csY3" fmla="*/ 0 h 461665"/>
              <a:gd name="csX4" fmla="*/ 2690978 w 2690978"/>
              <a:gd name="csY4" fmla="*/ 0 h 461665"/>
              <a:gd name="csX5" fmla="*/ 2690978 w 2690978"/>
              <a:gd name="csY5" fmla="*/ 461665 h 461665"/>
              <a:gd name="csX6" fmla="*/ 1964414 w 2690978"/>
              <a:gd name="csY6" fmla="*/ 461665 h 461665"/>
              <a:gd name="csX7" fmla="*/ 1237850 w 2690978"/>
              <a:gd name="csY7" fmla="*/ 461665 h 461665"/>
              <a:gd name="csX8" fmla="*/ 618925 w 2690978"/>
              <a:gd name="csY8" fmla="*/ 461665 h 461665"/>
              <a:gd name="csX9" fmla="*/ 0 w 2690978"/>
              <a:gd name="csY9" fmla="*/ 461665 h 461665"/>
              <a:gd name="csX10" fmla="*/ 0 w 2690978"/>
              <a:gd name="csY10" fmla="*/ 0 h 4616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90978" h="461665" extrusionOk="0">
                <a:moveTo>
                  <a:pt x="0" y="0"/>
                </a:moveTo>
                <a:cubicBezTo>
                  <a:pt x="213518" y="14921"/>
                  <a:pt x="524209" y="5743"/>
                  <a:pt x="699654" y="0"/>
                </a:cubicBezTo>
                <a:cubicBezTo>
                  <a:pt x="875099" y="-5743"/>
                  <a:pt x="1218719" y="-8622"/>
                  <a:pt x="1399309" y="0"/>
                </a:cubicBezTo>
                <a:cubicBezTo>
                  <a:pt x="1579900" y="8622"/>
                  <a:pt x="1874553" y="-23005"/>
                  <a:pt x="2098963" y="0"/>
                </a:cubicBezTo>
                <a:cubicBezTo>
                  <a:pt x="2323373" y="23005"/>
                  <a:pt x="2512504" y="-2545"/>
                  <a:pt x="2690978" y="0"/>
                </a:cubicBezTo>
                <a:cubicBezTo>
                  <a:pt x="2681694" y="151015"/>
                  <a:pt x="2698262" y="271217"/>
                  <a:pt x="2690978" y="461665"/>
                </a:cubicBezTo>
                <a:cubicBezTo>
                  <a:pt x="2459752" y="446245"/>
                  <a:pt x="2122626" y="428563"/>
                  <a:pt x="1964414" y="461665"/>
                </a:cubicBezTo>
                <a:cubicBezTo>
                  <a:pt x="1806202" y="494767"/>
                  <a:pt x="1535104" y="429306"/>
                  <a:pt x="1237850" y="461665"/>
                </a:cubicBezTo>
                <a:cubicBezTo>
                  <a:pt x="940596" y="494024"/>
                  <a:pt x="853754" y="473146"/>
                  <a:pt x="618925" y="461665"/>
                </a:cubicBezTo>
                <a:cubicBezTo>
                  <a:pt x="384097" y="450184"/>
                  <a:pt x="191136" y="486369"/>
                  <a:pt x="0" y="461665"/>
                </a:cubicBezTo>
                <a:cubicBezTo>
                  <a:pt x="-1202" y="264414"/>
                  <a:pt x="-14694" y="195427"/>
                  <a:pt x="0" y="0"/>
                </a:cubicBezTo>
                <a:close/>
              </a:path>
            </a:pathLst>
          </a:custGeom>
          <a:noFill/>
          <a:ln>
            <a:solidFill>
              <a:schemeClr val="bg1">
                <a:lumMod val="75000"/>
              </a:schemeClr>
            </a:solidFill>
            <a:extLst>
              <a:ext uri="{C807C97D-BFC1-408E-A445-0C87EB9F89A2}">
                <ask:lineSketchStyleProps xmlns:ask="http://schemas.microsoft.com/office/drawing/2018/sketchyshapes" sd="2390893231">
                  <a:prstGeom prst="rect">
                    <a:avLst/>
                  </a:prstGeom>
                  <ask:type>
                    <ask:lineSketchFreehand/>
                  </ask:type>
                </ask:lineSketchStyleProps>
              </a:ext>
            </a:extLst>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rPr>
              <a:t>Memories can remain accessible for decades (Hirst et al., 2015)</a:t>
            </a:r>
            <a:endParaRPr lang="en-US"/>
          </a:p>
        </p:txBody>
      </p:sp>
      <p:sp>
        <p:nvSpPr>
          <p:cNvPr id="16" name="TextBox 15">
            <a:extLst>
              <a:ext uri="{FF2B5EF4-FFF2-40B4-BE49-F238E27FC236}">
                <a16:creationId xmlns:a16="http://schemas.microsoft.com/office/drawing/2014/main" id="{02925070-15FC-5E43-9C7F-6B7ABCB2EFE9}"/>
              </a:ext>
            </a:extLst>
          </p:cNvPr>
          <p:cNvSpPr txBox="1"/>
          <p:nvPr/>
        </p:nvSpPr>
        <p:spPr>
          <a:xfrm>
            <a:off x="4553552" y="5394417"/>
            <a:ext cx="3233418" cy="830997"/>
          </a:xfrm>
          <a:custGeom>
            <a:avLst/>
            <a:gdLst>
              <a:gd name="csX0" fmla="*/ 0 w 3233418"/>
              <a:gd name="csY0" fmla="*/ 0 h 830997"/>
              <a:gd name="csX1" fmla="*/ 679018 w 3233418"/>
              <a:gd name="csY1" fmla="*/ 0 h 830997"/>
              <a:gd name="csX2" fmla="*/ 1358036 w 3233418"/>
              <a:gd name="csY2" fmla="*/ 0 h 830997"/>
              <a:gd name="csX3" fmla="*/ 2037053 w 3233418"/>
              <a:gd name="csY3" fmla="*/ 0 h 830997"/>
              <a:gd name="csX4" fmla="*/ 2651403 w 3233418"/>
              <a:gd name="csY4" fmla="*/ 0 h 830997"/>
              <a:gd name="csX5" fmla="*/ 3233418 w 3233418"/>
              <a:gd name="csY5" fmla="*/ 0 h 830997"/>
              <a:gd name="csX6" fmla="*/ 3233418 w 3233418"/>
              <a:gd name="csY6" fmla="*/ 407189 h 830997"/>
              <a:gd name="csX7" fmla="*/ 3233418 w 3233418"/>
              <a:gd name="csY7" fmla="*/ 830997 h 830997"/>
              <a:gd name="csX8" fmla="*/ 2586734 w 3233418"/>
              <a:gd name="csY8" fmla="*/ 830997 h 830997"/>
              <a:gd name="csX9" fmla="*/ 2004719 w 3233418"/>
              <a:gd name="csY9" fmla="*/ 830997 h 830997"/>
              <a:gd name="csX10" fmla="*/ 1293367 w 3233418"/>
              <a:gd name="csY10" fmla="*/ 830997 h 830997"/>
              <a:gd name="csX11" fmla="*/ 614349 w 3233418"/>
              <a:gd name="csY11" fmla="*/ 830997 h 830997"/>
              <a:gd name="csX12" fmla="*/ 0 w 3233418"/>
              <a:gd name="csY12" fmla="*/ 830997 h 830997"/>
              <a:gd name="csX13" fmla="*/ 0 w 3233418"/>
              <a:gd name="csY13" fmla="*/ 415499 h 830997"/>
              <a:gd name="csX14" fmla="*/ 0 w 3233418"/>
              <a:gd name="csY14" fmla="*/ 0 h 8309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3233418" h="830997" extrusionOk="0">
                <a:moveTo>
                  <a:pt x="0" y="0"/>
                </a:moveTo>
                <a:cubicBezTo>
                  <a:pt x="292723" y="15737"/>
                  <a:pt x="370116" y="-21461"/>
                  <a:pt x="679018" y="0"/>
                </a:cubicBezTo>
                <a:cubicBezTo>
                  <a:pt x="987920" y="21461"/>
                  <a:pt x="1130433" y="23923"/>
                  <a:pt x="1358036" y="0"/>
                </a:cubicBezTo>
                <a:cubicBezTo>
                  <a:pt x="1585639" y="-23923"/>
                  <a:pt x="1735522" y="14095"/>
                  <a:pt x="2037053" y="0"/>
                </a:cubicBezTo>
                <a:cubicBezTo>
                  <a:pt x="2338584" y="-14095"/>
                  <a:pt x="2499401" y="24596"/>
                  <a:pt x="2651403" y="0"/>
                </a:cubicBezTo>
                <a:cubicBezTo>
                  <a:pt x="2803405" y="-24596"/>
                  <a:pt x="2953279" y="-9650"/>
                  <a:pt x="3233418" y="0"/>
                </a:cubicBezTo>
                <a:cubicBezTo>
                  <a:pt x="3221964" y="154219"/>
                  <a:pt x="3245991" y="253998"/>
                  <a:pt x="3233418" y="407189"/>
                </a:cubicBezTo>
                <a:cubicBezTo>
                  <a:pt x="3220845" y="560380"/>
                  <a:pt x="3215327" y="730648"/>
                  <a:pt x="3233418" y="830997"/>
                </a:cubicBezTo>
                <a:cubicBezTo>
                  <a:pt x="2987715" y="807944"/>
                  <a:pt x="2850367" y="860430"/>
                  <a:pt x="2586734" y="830997"/>
                </a:cubicBezTo>
                <a:cubicBezTo>
                  <a:pt x="2323101" y="801564"/>
                  <a:pt x="2268642" y="835963"/>
                  <a:pt x="2004719" y="830997"/>
                </a:cubicBezTo>
                <a:cubicBezTo>
                  <a:pt x="1740796" y="826031"/>
                  <a:pt x="1633287" y="798575"/>
                  <a:pt x="1293367" y="830997"/>
                </a:cubicBezTo>
                <a:cubicBezTo>
                  <a:pt x="953447" y="863419"/>
                  <a:pt x="839020" y="818674"/>
                  <a:pt x="614349" y="830997"/>
                </a:cubicBezTo>
                <a:cubicBezTo>
                  <a:pt x="389678" y="843320"/>
                  <a:pt x="269563" y="860542"/>
                  <a:pt x="0" y="830997"/>
                </a:cubicBezTo>
                <a:cubicBezTo>
                  <a:pt x="8634" y="725277"/>
                  <a:pt x="4173" y="516397"/>
                  <a:pt x="0" y="415499"/>
                </a:cubicBezTo>
                <a:cubicBezTo>
                  <a:pt x="-4173" y="314601"/>
                  <a:pt x="-20672" y="142775"/>
                  <a:pt x="0" y="0"/>
                </a:cubicBezTo>
                <a:close/>
              </a:path>
            </a:pathLst>
          </a:custGeom>
          <a:noFill/>
          <a:ln>
            <a:solidFill>
              <a:schemeClr val="bg1">
                <a:lumMod val="75000"/>
              </a:schemeClr>
            </a:solidFill>
            <a:extLst>
              <a:ext uri="{C807C97D-BFC1-408E-A445-0C87EB9F89A2}">
                <ask:lineSketchStyleProps xmlns:ask="http://schemas.microsoft.com/office/drawing/2018/sketchyshapes" sd="2390893231">
                  <a:prstGeom prst="rect">
                    <a:avLst/>
                  </a:prstGeom>
                  <ask:type>
                    <ask:lineSketchFreehand/>
                  </ask:type>
                </ask:lineSketchStyleProps>
              </a:ext>
            </a:extLst>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ea typeface="+mn-lt"/>
                <a:cs typeface="+mn-lt"/>
              </a:rPr>
              <a:t>Compared to physical mementoes of memories, digitally created memories tend to feel less significant and forgotten easily (Petrelli &amp; Whittaker, 2010)</a:t>
            </a:r>
            <a:endParaRPr lang="en-US"/>
          </a:p>
        </p:txBody>
      </p:sp>
      <p:cxnSp>
        <p:nvCxnSpPr>
          <p:cNvPr id="3" name="Straight Connector 2">
            <a:extLst>
              <a:ext uri="{FF2B5EF4-FFF2-40B4-BE49-F238E27FC236}">
                <a16:creationId xmlns:a16="http://schemas.microsoft.com/office/drawing/2014/main" id="{B6FC73FB-56AF-51CF-2AA5-6CA033B73CB5}"/>
              </a:ext>
            </a:extLst>
          </p:cNvPr>
          <p:cNvCxnSpPr/>
          <p:nvPr/>
        </p:nvCxnSpPr>
        <p:spPr>
          <a:xfrm>
            <a:off x="215900" y="393700"/>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 name="Straight Connector 3">
            <a:extLst>
              <a:ext uri="{FF2B5EF4-FFF2-40B4-BE49-F238E27FC236}">
                <a16:creationId xmlns:a16="http://schemas.microsoft.com/office/drawing/2014/main" id="{CF8A6DB0-EC74-662D-A7F3-3B2D2C7BC836}"/>
              </a:ext>
            </a:extLst>
          </p:cNvPr>
          <p:cNvCxnSpPr/>
          <p:nvPr/>
        </p:nvCxnSpPr>
        <p:spPr>
          <a:xfrm>
            <a:off x="11986307" y="389297"/>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69147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EA72F-761D-0998-6F86-BBB6EDE666E3}"/>
              </a:ext>
            </a:extLst>
          </p:cNvPr>
          <p:cNvSpPr>
            <a:spLocks noGrp="1"/>
          </p:cNvSpPr>
          <p:nvPr>
            <p:ph type="title"/>
          </p:nvPr>
        </p:nvSpPr>
        <p:spPr/>
        <p:txBody>
          <a:bodyPr/>
          <a:lstStyle/>
          <a:p>
            <a:r>
              <a:rPr lang="en-AU"/>
              <a:t>Slides 4: Audience, prior attempts</a:t>
            </a:r>
          </a:p>
        </p:txBody>
      </p:sp>
      <p:sp>
        <p:nvSpPr>
          <p:cNvPr id="3" name="Content Placeholder 2">
            <a:extLst>
              <a:ext uri="{FF2B5EF4-FFF2-40B4-BE49-F238E27FC236}">
                <a16:creationId xmlns:a16="http://schemas.microsoft.com/office/drawing/2014/main" id="{F683B02E-F373-2C0D-D5F1-DF05A0358B9E}"/>
              </a:ext>
            </a:extLst>
          </p:cNvPr>
          <p:cNvSpPr>
            <a:spLocks noGrp="1"/>
          </p:cNvSpPr>
          <p:nvPr>
            <p:ph idx="1"/>
          </p:nvPr>
        </p:nvSpPr>
        <p:spPr/>
        <p:txBody>
          <a:bodyPr/>
          <a:lstStyle/>
          <a:p>
            <a:r>
              <a:rPr lang="en-AU" i="1"/>
              <a:t>Your intended audience go beyond demographics: their skills, values, workflows, priorities</a:t>
            </a:r>
          </a:p>
          <a:p>
            <a:pPr marL="0" indent="0">
              <a:buNone/>
            </a:pPr>
            <a:r>
              <a:rPr lang="en-AU"/>
              <a:t>-General audience - </a:t>
            </a:r>
            <a:r>
              <a:rPr lang="en-AU" err="1"/>
              <a:t>uni</a:t>
            </a:r>
            <a:r>
              <a:rPr lang="en-AU"/>
              <a:t> friends, work mate, </a:t>
            </a:r>
            <a:r>
              <a:rPr lang="en-AU" err="1"/>
              <a:t>highschool</a:t>
            </a:r>
            <a:r>
              <a:rPr lang="en-AU"/>
              <a:t> friends, sports team</a:t>
            </a:r>
          </a:p>
          <a:p>
            <a:endParaRPr lang="en-AU"/>
          </a:p>
          <a:p>
            <a:r>
              <a:rPr lang="en-AU" i="1"/>
              <a:t>A critique of existing solutions in this space and how yours differs</a:t>
            </a:r>
          </a:p>
          <a:p>
            <a:pPr marL="0" indent="0">
              <a:buNone/>
            </a:pPr>
            <a:r>
              <a:rPr lang="en-AU"/>
              <a:t>- </a:t>
            </a:r>
            <a:r>
              <a:rPr lang="en-AU" err="1"/>
              <a:t>Openitlater</a:t>
            </a:r>
            <a:r>
              <a:rPr lang="en-AU"/>
              <a:t>, Timecapsule.com, Capsuled, </a:t>
            </a:r>
            <a:r>
              <a:rPr lang="en-AU" err="1"/>
              <a:t>PersonalCapsule</a:t>
            </a:r>
            <a:r>
              <a:rPr lang="en-AU"/>
              <a:t>, Day One</a:t>
            </a:r>
            <a:br>
              <a:rPr lang="en-AU"/>
            </a:br>
            <a:endParaRPr lang="en-AU"/>
          </a:p>
          <a:p>
            <a:endParaRPr lang="en-AU"/>
          </a:p>
        </p:txBody>
      </p:sp>
      <p:sp>
        <p:nvSpPr>
          <p:cNvPr id="5" name="TextBox 4">
            <a:extLst>
              <a:ext uri="{FF2B5EF4-FFF2-40B4-BE49-F238E27FC236}">
                <a16:creationId xmlns:a16="http://schemas.microsoft.com/office/drawing/2014/main" id="{F6C79C76-8286-9985-7757-57F8A85E5DE6}"/>
              </a:ext>
            </a:extLst>
          </p:cNvPr>
          <p:cNvSpPr txBox="1"/>
          <p:nvPr/>
        </p:nvSpPr>
        <p:spPr>
          <a:xfrm>
            <a:off x="0" y="6308209"/>
            <a:ext cx="12020550" cy="369332"/>
          </a:xfrm>
          <a:prstGeom prst="rect">
            <a:avLst/>
          </a:prstGeom>
          <a:noFill/>
        </p:spPr>
        <p:txBody>
          <a:bodyPr wrap="square" rtlCol="0">
            <a:spAutoFit/>
          </a:bodyPr>
          <a:lstStyle/>
          <a:p>
            <a:pPr algn="ctr"/>
            <a:r>
              <a:rPr lang="en-AU" i="1"/>
              <a:t>Do not edit, remove this slide. Use a new slide in sequence for your work. Use this slide to assist your work and evaluate</a:t>
            </a:r>
          </a:p>
        </p:txBody>
      </p:sp>
      <p:cxnSp>
        <p:nvCxnSpPr>
          <p:cNvPr id="4" name="Straight Connector 3">
            <a:extLst>
              <a:ext uri="{FF2B5EF4-FFF2-40B4-BE49-F238E27FC236}">
                <a16:creationId xmlns:a16="http://schemas.microsoft.com/office/drawing/2014/main" id="{E782D89C-8BC3-EBF7-1730-C5FD54D9ADF6}"/>
              </a:ext>
            </a:extLst>
          </p:cNvPr>
          <p:cNvCxnSpPr/>
          <p:nvPr/>
        </p:nvCxnSpPr>
        <p:spPr>
          <a:xfrm>
            <a:off x="215900" y="393700"/>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0207837F-2488-335B-B978-4FBBDC2E0798}"/>
              </a:ext>
            </a:extLst>
          </p:cNvPr>
          <p:cNvCxnSpPr/>
          <p:nvPr/>
        </p:nvCxnSpPr>
        <p:spPr>
          <a:xfrm>
            <a:off x="11986307" y="389297"/>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35523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8C41DC0-E5DF-EC5E-E82F-9F6429D79DA0}"/>
              </a:ext>
            </a:extLst>
          </p:cNvPr>
          <p:cNvSpPr/>
          <p:nvPr/>
        </p:nvSpPr>
        <p:spPr>
          <a:xfrm>
            <a:off x="548640" y="411480"/>
            <a:ext cx="11064240" cy="8229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3400" b="1">
                <a:solidFill>
                  <a:srgbClr val="1A1A1A"/>
                </a:solidFill>
                <a:latin typeface="Georgia" pitchFamily="34" charset="0"/>
                <a:ea typeface="Georgia" pitchFamily="34" charset="-122"/>
                <a:cs typeface="Georgia" pitchFamily="34" charset="-120"/>
              </a:rPr>
              <a:t>Plan of Work &amp; Methods</a:t>
            </a:r>
            <a:endParaRPr lang="en-US" sz="3400"/>
          </a:p>
        </p:txBody>
      </p:sp>
      <p:sp>
        <p:nvSpPr>
          <p:cNvPr id="3" name="Text 1">
            <a:extLst>
              <a:ext uri="{FF2B5EF4-FFF2-40B4-BE49-F238E27FC236}">
                <a16:creationId xmlns:a16="http://schemas.microsoft.com/office/drawing/2014/main" id="{466B9E35-211B-BD86-A6C4-D7A34BA6BABB}"/>
              </a:ext>
            </a:extLst>
          </p:cNvPr>
          <p:cNvSpPr/>
          <p:nvPr/>
        </p:nvSpPr>
        <p:spPr>
          <a:xfrm>
            <a:off x="548640" y="1078992"/>
            <a:ext cx="1106424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i="1">
                <a:solidFill>
                  <a:srgbClr val="C76223"/>
                </a:solidFill>
                <a:latin typeface="Helvetica"/>
                <a:ea typeface="Helvetica" pitchFamily="34" charset="-122"/>
                <a:cs typeface="Helvetica"/>
              </a:rPr>
              <a:t>What we still need to find out, and how we'll investigate it</a:t>
            </a:r>
            <a:endParaRPr lang="en-US" sz="1500">
              <a:solidFill>
                <a:srgbClr val="C76223"/>
              </a:solidFill>
              <a:latin typeface="Helvetica"/>
              <a:cs typeface="Helvetica"/>
            </a:endParaRPr>
          </a:p>
        </p:txBody>
      </p:sp>
      <p:sp>
        <p:nvSpPr>
          <p:cNvPr id="4" name="Text 2">
            <a:extLst>
              <a:ext uri="{FF2B5EF4-FFF2-40B4-BE49-F238E27FC236}">
                <a16:creationId xmlns:a16="http://schemas.microsoft.com/office/drawing/2014/main" id="{7A8C5ED4-7F4F-6733-46EF-6E0341AA0F49}"/>
              </a:ext>
            </a:extLst>
          </p:cNvPr>
          <p:cNvSpPr/>
          <p:nvPr/>
        </p:nvSpPr>
        <p:spPr>
          <a:xfrm>
            <a:off x="548640" y="1783080"/>
            <a:ext cx="525780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kern="0" spc="150">
                <a:latin typeface="Helvetica"/>
                <a:ea typeface="Helvetica" pitchFamily="34" charset="-122"/>
                <a:cs typeface="Helvetica"/>
              </a:rPr>
              <a:t>STILL TO FIGURE OUT</a:t>
            </a:r>
            <a:endParaRPr lang="en-US" sz="1600" b="1">
              <a:latin typeface="Helvetica"/>
              <a:cs typeface="Helvetica"/>
            </a:endParaRPr>
          </a:p>
        </p:txBody>
      </p:sp>
      <p:sp>
        <p:nvSpPr>
          <p:cNvPr id="6" name="Text 3">
            <a:extLst>
              <a:ext uri="{FF2B5EF4-FFF2-40B4-BE49-F238E27FC236}">
                <a16:creationId xmlns:a16="http://schemas.microsoft.com/office/drawing/2014/main" id="{38295086-F2F9-C6DD-B89B-563F3C0A1CAA}"/>
              </a:ext>
            </a:extLst>
          </p:cNvPr>
          <p:cNvSpPr/>
          <p:nvPr/>
        </p:nvSpPr>
        <p:spPr>
          <a:xfrm>
            <a:off x="6263640" y="1783080"/>
            <a:ext cx="5257800" cy="3657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600" b="1" kern="0" spc="150">
                <a:latin typeface="Helvetica"/>
                <a:ea typeface="Helvetica" pitchFamily="34" charset="-122"/>
                <a:cs typeface="helvetica"/>
              </a:rPr>
              <a:t>HOW WE'LL INVESTIGATE IT</a:t>
            </a:r>
            <a:endParaRPr lang="en-US" sz="1600" b="1">
              <a:latin typeface="helvetica"/>
              <a:cs typeface="helvetica"/>
            </a:endParaRPr>
          </a:p>
        </p:txBody>
      </p:sp>
      <p:sp>
        <p:nvSpPr>
          <p:cNvPr id="7" name="Text 4">
            <a:extLst>
              <a:ext uri="{FF2B5EF4-FFF2-40B4-BE49-F238E27FC236}">
                <a16:creationId xmlns:a16="http://schemas.microsoft.com/office/drawing/2014/main" id="{F84F0AFD-4CDD-E5AC-81C6-EE4DE0890866}"/>
              </a:ext>
            </a:extLst>
          </p:cNvPr>
          <p:cNvSpPr/>
          <p:nvPr/>
        </p:nvSpPr>
        <p:spPr>
          <a:xfrm>
            <a:off x="558868" y="2373246"/>
            <a:ext cx="5247572" cy="173838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228600">
              <a:lnSpc>
                <a:spcPct val="115000"/>
              </a:lnSpc>
              <a:spcAft>
                <a:spcPts val="1400"/>
              </a:spcAft>
              <a:buSzPct val="100000"/>
              <a:buChar char="•"/>
            </a:pPr>
            <a:r>
              <a:rPr lang="en-US" sz="1600">
                <a:solidFill>
                  <a:srgbClr val="1A1A1A"/>
                </a:solidFill>
                <a:latin typeface="Helvetica" pitchFamily="34" charset="0"/>
                <a:ea typeface="Helvetica" pitchFamily="34" charset="-122"/>
                <a:cs typeface="Helvetica" pitchFamily="34" charset="-120"/>
              </a:rPr>
              <a:t>Which concept direction fits real groups</a:t>
            </a:r>
            <a:endParaRPr lang="en-US" sz="1600"/>
          </a:p>
          <a:p>
            <a:pPr marL="228600" indent="-228600">
              <a:lnSpc>
                <a:spcPct val="115000"/>
              </a:lnSpc>
              <a:spcAft>
                <a:spcPts val="1400"/>
              </a:spcAft>
              <a:buSzPct val="100000"/>
              <a:buChar char="•"/>
            </a:pPr>
            <a:r>
              <a:rPr lang="en-US" sz="1600">
                <a:solidFill>
                  <a:srgbClr val="1A1A1A"/>
                </a:solidFill>
                <a:latin typeface="Helvetica" pitchFamily="34" charset="0"/>
                <a:ea typeface="Helvetica" pitchFamily="34" charset="-122"/>
                <a:cs typeface="Helvetica" pitchFamily="34" charset="-120"/>
              </a:rPr>
              <a:t>Nostalgia vs. reflective-memory framing</a:t>
            </a:r>
            <a:endParaRPr lang="en-US" sz="1600"/>
          </a:p>
          <a:p>
            <a:pPr marL="228600" indent="-228600">
              <a:lnSpc>
                <a:spcPct val="115000"/>
              </a:lnSpc>
              <a:spcAft>
                <a:spcPts val="1400"/>
              </a:spcAft>
              <a:buSzPct val="100000"/>
              <a:buChar char="•"/>
            </a:pPr>
            <a:r>
              <a:rPr lang="en-US" sz="1600">
                <a:solidFill>
                  <a:srgbClr val="1A1A1A"/>
                </a:solidFill>
                <a:latin typeface="Helvetica" pitchFamily="34" charset="0"/>
                <a:ea typeface="Helvetica" pitchFamily="34" charset="-122"/>
                <a:cs typeface="Helvetica" pitchFamily="34" charset="-120"/>
              </a:rPr>
              <a:t>Will groups commit to a future “vow to return”?</a:t>
            </a:r>
            <a:endParaRPr lang="en-US" sz="1600"/>
          </a:p>
          <a:p>
            <a:pPr marL="228600" indent="-228600">
              <a:lnSpc>
                <a:spcPct val="115000"/>
              </a:lnSpc>
              <a:spcAft>
                <a:spcPts val="1400"/>
              </a:spcAft>
              <a:buSzPct val="100000"/>
              <a:buChar char="•"/>
            </a:pPr>
            <a:r>
              <a:rPr lang="en-US" sz="1600">
                <a:solidFill>
                  <a:srgbClr val="1A1A1A"/>
                </a:solidFill>
                <a:latin typeface="Helvetica" pitchFamily="34" charset="0"/>
                <a:ea typeface="Helvetica" pitchFamily="34" charset="-122"/>
                <a:cs typeface="Helvetica" pitchFamily="34" charset="-120"/>
              </a:rPr>
              <a:t>How our gap differs from existing solo-focused tools</a:t>
            </a:r>
            <a:endParaRPr lang="en-US" sz="1600"/>
          </a:p>
        </p:txBody>
      </p:sp>
      <p:sp>
        <p:nvSpPr>
          <p:cNvPr id="8" name="Text 5">
            <a:extLst>
              <a:ext uri="{FF2B5EF4-FFF2-40B4-BE49-F238E27FC236}">
                <a16:creationId xmlns:a16="http://schemas.microsoft.com/office/drawing/2014/main" id="{5807A84B-5973-1870-E205-7325E52EB97F}"/>
              </a:ext>
            </a:extLst>
          </p:cNvPr>
          <p:cNvSpPr/>
          <p:nvPr/>
        </p:nvSpPr>
        <p:spPr>
          <a:xfrm>
            <a:off x="6263640" y="2363018"/>
            <a:ext cx="5257800" cy="163098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228600">
              <a:lnSpc>
                <a:spcPct val="115000"/>
              </a:lnSpc>
              <a:spcAft>
                <a:spcPts val="1400"/>
              </a:spcAft>
              <a:buSzPct val="100000"/>
              <a:buChar char="•"/>
            </a:pPr>
            <a:r>
              <a:rPr lang="en-US" sz="1600">
                <a:solidFill>
                  <a:srgbClr val="1A1A1A"/>
                </a:solidFill>
                <a:latin typeface="Helvetica"/>
                <a:ea typeface="Helvetica" pitchFamily="34" charset="-122"/>
                <a:cs typeface="Helvetica"/>
              </a:rPr>
              <a:t>Competitor teardown (3 existing tools)</a:t>
            </a:r>
            <a:endParaRPr lang="en-US" sz="1600">
              <a:latin typeface="Helvetica"/>
              <a:cs typeface="Helvetica"/>
            </a:endParaRPr>
          </a:p>
          <a:p>
            <a:pPr marL="228600" indent="-228600">
              <a:lnSpc>
                <a:spcPct val="115000"/>
              </a:lnSpc>
              <a:spcAft>
                <a:spcPts val="1400"/>
              </a:spcAft>
              <a:buSzPct val="100000"/>
              <a:buChar char="•"/>
            </a:pPr>
            <a:r>
              <a:rPr lang="en-US" sz="1600">
                <a:solidFill>
                  <a:srgbClr val="1A1A1A"/>
                </a:solidFill>
                <a:latin typeface="Helvetica" pitchFamily="34" charset="0"/>
                <a:ea typeface="Helvetica" pitchFamily="34" charset="-122"/>
                <a:cs typeface="Helvetica" pitchFamily="34" charset="-120"/>
              </a:rPr>
              <a:t>User interviews across group types</a:t>
            </a:r>
            <a:endParaRPr lang="en-US" sz="1600"/>
          </a:p>
          <a:p>
            <a:pPr marL="228600" indent="-228600">
              <a:lnSpc>
                <a:spcPct val="115000"/>
              </a:lnSpc>
              <a:spcAft>
                <a:spcPts val="1400"/>
              </a:spcAft>
              <a:buSzPct val="100000"/>
              <a:buChar char="•"/>
            </a:pPr>
            <a:r>
              <a:rPr lang="en-US" sz="1600">
                <a:solidFill>
                  <a:srgbClr val="1A1A1A"/>
                </a:solidFill>
                <a:latin typeface="Helvetica" pitchFamily="34" charset="0"/>
                <a:ea typeface="Helvetica" pitchFamily="34" charset="-122"/>
                <a:cs typeface="Helvetica" pitchFamily="34" charset="-120"/>
              </a:rPr>
              <a:t>Converge on one concept direction</a:t>
            </a:r>
            <a:endParaRPr lang="en-US" sz="1600"/>
          </a:p>
          <a:p>
            <a:pPr marL="228600" indent="-228600">
              <a:lnSpc>
                <a:spcPct val="115000"/>
              </a:lnSpc>
              <a:spcAft>
                <a:spcPts val="1400"/>
              </a:spcAft>
              <a:buSzPct val="100000"/>
              <a:buChar char="•"/>
            </a:pPr>
            <a:r>
              <a:rPr lang="en-US" sz="1600">
                <a:solidFill>
                  <a:srgbClr val="1A1A1A"/>
                </a:solidFill>
                <a:latin typeface="Helvetica" pitchFamily="34" charset="0"/>
                <a:ea typeface="Helvetica" pitchFamily="34" charset="-122"/>
                <a:cs typeface="Helvetica" pitchFamily="34" charset="-120"/>
              </a:rPr>
              <a:t>Low-fidelity prototype + small test</a:t>
            </a:r>
            <a:endParaRPr lang="en-US" sz="1600"/>
          </a:p>
        </p:txBody>
      </p:sp>
      <p:sp>
        <p:nvSpPr>
          <p:cNvPr id="9" name="Shape 6">
            <a:extLst>
              <a:ext uri="{FF2B5EF4-FFF2-40B4-BE49-F238E27FC236}">
                <a16:creationId xmlns:a16="http://schemas.microsoft.com/office/drawing/2014/main" id="{9FEEB92E-E481-1B23-775D-608CA98368E2}"/>
              </a:ext>
            </a:extLst>
          </p:cNvPr>
          <p:cNvSpPr/>
          <p:nvPr/>
        </p:nvSpPr>
        <p:spPr>
          <a:xfrm>
            <a:off x="6080760" y="2286000"/>
            <a:ext cx="0" cy="2606040"/>
          </a:xfrm>
          <a:prstGeom prst="line">
            <a:avLst/>
          </a:prstGeom>
          <a:noFill/>
          <a:ln w="12700">
            <a:solidFill>
              <a:srgbClr val="E4E4E4"/>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Text 7">
            <a:extLst>
              <a:ext uri="{FF2B5EF4-FFF2-40B4-BE49-F238E27FC236}">
                <a16:creationId xmlns:a16="http://schemas.microsoft.com/office/drawing/2014/main" id="{8D9A230D-5C5B-DD36-4671-1F687DAEA454}"/>
              </a:ext>
            </a:extLst>
          </p:cNvPr>
          <p:cNvSpPr/>
          <p:nvPr/>
        </p:nvSpPr>
        <p:spPr>
          <a:xfrm>
            <a:off x="548640" y="5166360"/>
            <a:ext cx="1828800" cy="292608"/>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b="1" kern="0" spc="150">
                <a:solidFill>
                  <a:srgbClr val="5C5C5C"/>
                </a:solidFill>
                <a:latin typeface="Helvetica" pitchFamily="34" charset="0"/>
                <a:ea typeface="Helvetica" pitchFamily="34" charset="-122"/>
                <a:cs typeface="Helvetica" pitchFamily="34" charset="-120"/>
              </a:rPr>
              <a:t>TIMELINE</a:t>
            </a:r>
            <a:endParaRPr lang="en-US" sz="1200"/>
          </a:p>
        </p:txBody>
      </p:sp>
      <p:sp>
        <p:nvSpPr>
          <p:cNvPr id="11" name="Shape 8">
            <a:extLst>
              <a:ext uri="{FF2B5EF4-FFF2-40B4-BE49-F238E27FC236}">
                <a16:creationId xmlns:a16="http://schemas.microsoft.com/office/drawing/2014/main" id="{5716140E-B5D4-A303-B465-22550FB6FA04}"/>
              </a:ext>
            </a:extLst>
          </p:cNvPr>
          <p:cNvSpPr/>
          <p:nvPr/>
        </p:nvSpPr>
        <p:spPr>
          <a:xfrm>
            <a:off x="457200" y="5586984"/>
            <a:ext cx="109728" cy="109728"/>
          </a:xfrm>
          <a:prstGeom prst="ellipse">
            <a:avLst/>
          </a:prstGeom>
          <a:solidFill>
            <a:srgbClr val="B5622B"/>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Shape 9">
            <a:extLst>
              <a:ext uri="{FF2B5EF4-FFF2-40B4-BE49-F238E27FC236}">
                <a16:creationId xmlns:a16="http://schemas.microsoft.com/office/drawing/2014/main" id="{547AB113-2727-D79A-C401-BC5D91BDF6DA}"/>
              </a:ext>
            </a:extLst>
          </p:cNvPr>
          <p:cNvSpPr/>
          <p:nvPr/>
        </p:nvSpPr>
        <p:spPr>
          <a:xfrm>
            <a:off x="566928" y="5641848"/>
            <a:ext cx="2103120" cy="0"/>
          </a:xfrm>
          <a:prstGeom prst="line">
            <a:avLst/>
          </a:prstGeom>
          <a:noFill/>
          <a:ln w="19050">
            <a:solidFill>
              <a:srgbClr val="E4E4E4"/>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Text 10">
            <a:extLst>
              <a:ext uri="{FF2B5EF4-FFF2-40B4-BE49-F238E27FC236}">
                <a16:creationId xmlns:a16="http://schemas.microsoft.com/office/drawing/2014/main" id="{0F27E5C8-63A5-77B2-857A-2CA995A0466E}"/>
              </a:ext>
            </a:extLst>
          </p:cNvPr>
          <p:cNvSpPr/>
          <p:nvPr/>
        </p:nvSpPr>
        <p:spPr>
          <a:xfrm>
            <a:off x="365760" y="5751576"/>
            <a:ext cx="2212848"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b="1">
                <a:solidFill>
                  <a:srgbClr val="1A1A1A"/>
                </a:solidFill>
                <a:latin typeface="Helvetica" pitchFamily="34" charset="0"/>
                <a:ea typeface="Helvetica" pitchFamily="34" charset="-122"/>
                <a:cs typeface="Helvetica" pitchFamily="34" charset="-120"/>
              </a:rPr>
              <a:t>Wk 5–7</a:t>
            </a:r>
            <a:endParaRPr lang="en-US" sz="1250"/>
          </a:p>
        </p:txBody>
      </p:sp>
      <p:sp>
        <p:nvSpPr>
          <p:cNvPr id="14" name="Text 11">
            <a:extLst>
              <a:ext uri="{FF2B5EF4-FFF2-40B4-BE49-F238E27FC236}">
                <a16:creationId xmlns:a16="http://schemas.microsoft.com/office/drawing/2014/main" id="{6B81AF98-FB63-61A8-0179-0C946E02B248}"/>
              </a:ext>
            </a:extLst>
          </p:cNvPr>
          <p:cNvSpPr/>
          <p:nvPr/>
        </p:nvSpPr>
        <p:spPr>
          <a:xfrm>
            <a:off x="365760" y="5989320"/>
            <a:ext cx="2304288" cy="5943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000">
                <a:solidFill>
                  <a:srgbClr val="5C5C5C"/>
                </a:solidFill>
                <a:latin typeface="Helvetica" pitchFamily="34" charset="0"/>
                <a:ea typeface="Helvetica" pitchFamily="34" charset="-122"/>
                <a:cs typeface="Helvetica" pitchFamily="34" charset="-120"/>
              </a:rPr>
              <a:t>Interviews + converge on concept</a:t>
            </a:r>
            <a:endParaRPr lang="en-US" sz="1000"/>
          </a:p>
        </p:txBody>
      </p:sp>
      <p:sp>
        <p:nvSpPr>
          <p:cNvPr id="15" name="Shape 12">
            <a:extLst>
              <a:ext uri="{FF2B5EF4-FFF2-40B4-BE49-F238E27FC236}">
                <a16:creationId xmlns:a16="http://schemas.microsoft.com/office/drawing/2014/main" id="{AF3F1C45-73AC-745C-6CA2-A08662300F43}"/>
              </a:ext>
            </a:extLst>
          </p:cNvPr>
          <p:cNvSpPr/>
          <p:nvPr/>
        </p:nvSpPr>
        <p:spPr>
          <a:xfrm>
            <a:off x="2670048" y="5586984"/>
            <a:ext cx="109728" cy="109728"/>
          </a:xfrm>
          <a:prstGeom prst="ellipse">
            <a:avLst/>
          </a:prstGeom>
          <a:solidFill>
            <a:srgbClr val="B5622B"/>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 name="Shape 13">
            <a:extLst>
              <a:ext uri="{FF2B5EF4-FFF2-40B4-BE49-F238E27FC236}">
                <a16:creationId xmlns:a16="http://schemas.microsoft.com/office/drawing/2014/main" id="{E156B09E-B3D3-9C8F-6BBF-5D06708F2BF9}"/>
              </a:ext>
            </a:extLst>
          </p:cNvPr>
          <p:cNvSpPr/>
          <p:nvPr/>
        </p:nvSpPr>
        <p:spPr>
          <a:xfrm>
            <a:off x="2779776" y="5641848"/>
            <a:ext cx="2103120" cy="0"/>
          </a:xfrm>
          <a:prstGeom prst="line">
            <a:avLst/>
          </a:prstGeom>
          <a:noFill/>
          <a:ln w="19050">
            <a:solidFill>
              <a:srgbClr val="E4E4E4"/>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Text 14">
            <a:extLst>
              <a:ext uri="{FF2B5EF4-FFF2-40B4-BE49-F238E27FC236}">
                <a16:creationId xmlns:a16="http://schemas.microsoft.com/office/drawing/2014/main" id="{7CC87E2C-79BB-1C6F-7C6C-611F30CF2D4B}"/>
              </a:ext>
            </a:extLst>
          </p:cNvPr>
          <p:cNvSpPr/>
          <p:nvPr/>
        </p:nvSpPr>
        <p:spPr>
          <a:xfrm>
            <a:off x="2578608" y="5751576"/>
            <a:ext cx="2212848"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b="1">
                <a:solidFill>
                  <a:srgbClr val="1A1A1A"/>
                </a:solidFill>
                <a:latin typeface="Helvetica" pitchFamily="34" charset="0"/>
                <a:ea typeface="Helvetica" pitchFamily="34" charset="-122"/>
                <a:cs typeface="Helvetica" pitchFamily="34" charset="-120"/>
              </a:rPr>
              <a:t>Wk 7–8</a:t>
            </a:r>
            <a:endParaRPr lang="en-US" sz="1250"/>
          </a:p>
        </p:txBody>
      </p:sp>
      <p:sp>
        <p:nvSpPr>
          <p:cNvPr id="18" name="Text 15">
            <a:extLst>
              <a:ext uri="{FF2B5EF4-FFF2-40B4-BE49-F238E27FC236}">
                <a16:creationId xmlns:a16="http://schemas.microsoft.com/office/drawing/2014/main" id="{CAD74478-A5A6-EA2C-6967-07171B95BA10}"/>
              </a:ext>
            </a:extLst>
          </p:cNvPr>
          <p:cNvSpPr/>
          <p:nvPr/>
        </p:nvSpPr>
        <p:spPr>
          <a:xfrm>
            <a:off x="2578608" y="5989320"/>
            <a:ext cx="2304288" cy="5943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000">
                <a:solidFill>
                  <a:srgbClr val="5C5C5C"/>
                </a:solidFill>
                <a:latin typeface="Helvetica" pitchFamily="34" charset="0"/>
                <a:ea typeface="Helvetica" pitchFamily="34" charset="-122"/>
                <a:cs typeface="Helvetica" pitchFamily="34" charset="-120"/>
              </a:rPr>
              <a:t>Requirements + low-fi prototype</a:t>
            </a:r>
            <a:endParaRPr lang="en-US" sz="1000"/>
          </a:p>
        </p:txBody>
      </p:sp>
      <p:sp>
        <p:nvSpPr>
          <p:cNvPr id="19" name="Shape 16">
            <a:extLst>
              <a:ext uri="{FF2B5EF4-FFF2-40B4-BE49-F238E27FC236}">
                <a16:creationId xmlns:a16="http://schemas.microsoft.com/office/drawing/2014/main" id="{BD0139DD-A350-9848-41D4-10278827C7F8}"/>
              </a:ext>
            </a:extLst>
          </p:cNvPr>
          <p:cNvSpPr/>
          <p:nvPr/>
        </p:nvSpPr>
        <p:spPr>
          <a:xfrm>
            <a:off x="4882896" y="5586984"/>
            <a:ext cx="109728" cy="109728"/>
          </a:xfrm>
          <a:prstGeom prst="ellipse">
            <a:avLst/>
          </a:prstGeom>
          <a:solidFill>
            <a:srgbClr val="B5622B"/>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 name="Shape 17">
            <a:extLst>
              <a:ext uri="{FF2B5EF4-FFF2-40B4-BE49-F238E27FC236}">
                <a16:creationId xmlns:a16="http://schemas.microsoft.com/office/drawing/2014/main" id="{A0D7D478-50C4-33FC-45AC-F0889CC30A75}"/>
              </a:ext>
            </a:extLst>
          </p:cNvPr>
          <p:cNvSpPr/>
          <p:nvPr/>
        </p:nvSpPr>
        <p:spPr>
          <a:xfrm>
            <a:off x="4992624" y="5641848"/>
            <a:ext cx="2103120" cy="0"/>
          </a:xfrm>
          <a:prstGeom prst="line">
            <a:avLst/>
          </a:prstGeom>
          <a:noFill/>
          <a:ln w="19050">
            <a:solidFill>
              <a:srgbClr val="E4E4E4"/>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Text 18">
            <a:extLst>
              <a:ext uri="{FF2B5EF4-FFF2-40B4-BE49-F238E27FC236}">
                <a16:creationId xmlns:a16="http://schemas.microsoft.com/office/drawing/2014/main" id="{31FADC0D-2A06-E395-180D-237106882245}"/>
              </a:ext>
            </a:extLst>
          </p:cNvPr>
          <p:cNvSpPr/>
          <p:nvPr/>
        </p:nvSpPr>
        <p:spPr>
          <a:xfrm>
            <a:off x="4791456" y="5751576"/>
            <a:ext cx="2212848"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b="1">
                <a:solidFill>
                  <a:srgbClr val="1A1A1A"/>
                </a:solidFill>
                <a:latin typeface="Helvetica" pitchFamily="34" charset="0"/>
                <a:ea typeface="Helvetica" pitchFamily="34" charset="-122"/>
                <a:cs typeface="Helvetica" pitchFamily="34" charset="-120"/>
              </a:rPr>
              <a:t>Wk 9</a:t>
            </a:r>
            <a:endParaRPr lang="en-US" sz="1250"/>
          </a:p>
        </p:txBody>
      </p:sp>
      <p:sp>
        <p:nvSpPr>
          <p:cNvPr id="22" name="Text 19">
            <a:extLst>
              <a:ext uri="{FF2B5EF4-FFF2-40B4-BE49-F238E27FC236}">
                <a16:creationId xmlns:a16="http://schemas.microsoft.com/office/drawing/2014/main" id="{9B0973DF-7BC6-EADF-08F3-F5CD2731F1BF}"/>
              </a:ext>
            </a:extLst>
          </p:cNvPr>
          <p:cNvSpPr/>
          <p:nvPr/>
        </p:nvSpPr>
        <p:spPr>
          <a:xfrm>
            <a:off x="4791456" y="5989320"/>
            <a:ext cx="2304288" cy="5943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000">
                <a:solidFill>
                  <a:srgbClr val="5C5C5C"/>
                </a:solidFill>
                <a:latin typeface="Helvetica" pitchFamily="34" charset="0"/>
                <a:ea typeface="Helvetica" pitchFamily="34" charset="-122"/>
                <a:cs typeface="Helvetica" pitchFamily="34" charset="-120"/>
              </a:rPr>
              <a:t>Stand-up: research, prototype, first testing</a:t>
            </a:r>
            <a:endParaRPr lang="en-US" sz="1000"/>
          </a:p>
        </p:txBody>
      </p:sp>
      <p:sp>
        <p:nvSpPr>
          <p:cNvPr id="23" name="Shape 20">
            <a:extLst>
              <a:ext uri="{FF2B5EF4-FFF2-40B4-BE49-F238E27FC236}">
                <a16:creationId xmlns:a16="http://schemas.microsoft.com/office/drawing/2014/main" id="{64B32427-A643-AF52-C95F-DC87B5A5D74C}"/>
              </a:ext>
            </a:extLst>
          </p:cNvPr>
          <p:cNvSpPr/>
          <p:nvPr/>
        </p:nvSpPr>
        <p:spPr>
          <a:xfrm>
            <a:off x="7095744" y="5586984"/>
            <a:ext cx="109728" cy="109728"/>
          </a:xfrm>
          <a:prstGeom prst="ellipse">
            <a:avLst/>
          </a:prstGeom>
          <a:solidFill>
            <a:srgbClr val="B5622B"/>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4" name="Shape 21">
            <a:extLst>
              <a:ext uri="{FF2B5EF4-FFF2-40B4-BE49-F238E27FC236}">
                <a16:creationId xmlns:a16="http://schemas.microsoft.com/office/drawing/2014/main" id="{C44CBD79-A4E8-247C-1391-90578682C46D}"/>
              </a:ext>
            </a:extLst>
          </p:cNvPr>
          <p:cNvSpPr/>
          <p:nvPr/>
        </p:nvSpPr>
        <p:spPr>
          <a:xfrm>
            <a:off x="7205472" y="5641848"/>
            <a:ext cx="2103120" cy="0"/>
          </a:xfrm>
          <a:prstGeom prst="line">
            <a:avLst/>
          </a:prstGeom>
          <a:noFill/>
          <a:ln w="19050">
            <a:solidFill>
              <a:srgbClr val="E4E4E4"/>
            </a:solidFill>
            <a:prstDash val="solid"/>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5" name="Text 22">
            <a:extLst>
              <a:ext uri="{FF2B5EF4-FFF2-40B4-BE49-F238E27FC236}">
                <a16:creationId xmlns:a16="http://schemas.microsoft.com/office/drawing/2014/main" id="{5E9E81FA-E371-2AAA-4372-E74E25509900}"/>
              </a:ext>
            </a:extLst>
          </p:cNvPr>
          <p:cNvSpPr/>
          <p:nvPr/>
        </p:nvSpPr>
        <p:spPr>
          <a:xfrm>
            <a:off x="7004304" y="5751576"/>
            <a:ext cx="2212848"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b="1">
                <a:solidFill>
                  <a:srgbClr val="1A1A1A"/>
                </a:solidFill>
                <a:latin typeface="Helvetica" pitchFamily="34" charset="0"/>
                <a:ea typeface="Helvetica" pitchFamily="34" charset="-122"/>
                <a:cs typeface="Helvetica" pitchFamily="34" charset="-120"/>
              </a:rPr>
              <a:t>Wk 10–12</a:t>
            </a:r>
            <a:endParaRPr lang="en-US" sz="1250"/>
          </a:p>
        </p:txBody>
      </p:sp>
      <p:sp>
        <p:nvSpPr>
          <p:cNvPr id="26" name="Text 23">
            <a:extLst>
              <a:ext uri="{FF2B5EF4-FFF2-40B4-BE49-F238E27FC236}">
                <a16:creationId xmlns:a16="http://schemas.microsoft.com/office/drawing/2014/main" id="{E87BAC48-6EAC-9830-2C2D-3E246E6D33A7}"/>
              </a:ext>
            </a:extLst>
          </p:cNvPr>
          <p:cNvSpPr/>
          <p:nvPr/>
        </p:nvSpPr>
        <p:spPr>
          <a:xfrm>
            <a:off x="7004304" y="5989320"/>
            <a:ext cx="2304288" cy="5943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000">
                <a:solidFill>
                  <a:srgbClr val="5C5C5C"/>
                </a:solidFill>
                <a:latin typeface="Helvetica" pitchFamily="34" charset="0"/>
                <a:ea typeface="Helvetica" pitchFamily="34" charset="-122"/>
                <a:cs typeface="Helvetica" pitchFamily="34" charset="-120"/>
              </a:rPr>
              <a:t>Build + refine, prep poster/pitch</a:t>
            </a:r>
            <a:endParaRPr lang="en-US" sz="1000"/>
          </a:p>
        </p:txBody>
      </p:sp>
      <p:sp>
        <p:nvSpPr>
          <p:cNvPr id="27" name="Shape 24">
            <a:extLst>
              <a:ext uri="{FF2B5EF4-FFF2-40B4-BE49-F238E27FC236}">
                <a16:creationId xmlns:a16="http://schemas.microsoft.com/office/drawing/2014/main" id="{AB3AC6F2-3E02-7BB0-0D0D-A290FE448675}"/>
              </a:ext>
            </a:extLst>
          </p:cNvPr>
          <p:cNvSpPr/>
          <p:nvPr/>
        </p:nvSpPr>
        <p:spPr>
          <a:xfrm>
            <a:off x="9308592" y="5586984"/>
            <a:ext cx="109728" cy="109728"/>
          </a:xfrm>
          <a:prstGeom prst="ellipse">
            <a:avLst/>
          </a:prstGeom>
          <a:solidFill>
            <a:srgbClr val="B5622B"/>
          </a:solidFill>
          <a:ln/>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Text 25">
            <a:extLst>
              <a:ext uri="{FF2B5EF4-FFF2-40B4-BE49-F238E27FC236}">
                <a16:creationId xmlns:a16="http://schemas.microsoft.com/office/drawing/2014/main" id="{C03E392A-C90D-CCC5-484A-57BC12DF208B}"/>
              </a:ext>
            </a:extLst>
          </p:cNvPr>
          <p:cNvSpPr/>
          <p:nvPr/>
        </p:nvSpPr>
        <p:spPr>
          <a:xfrm>
            <a:off x="9217152" y="5751576"/>
            <a:ext cx="2212848"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50" b="1">
                <a:solidFill>
                  <a:srgbClr val="1A1A1A"/>
                </a:solidFill>
                <a:latin typeface="Helvetica" pitchFamily="34" charset="0"/>
                <a:ea typeface="Helvetica" pitchFamily="34" charset="-122"/>
                <a:cs typeface="Helvetica" pitchFamily="34" charset="-120"/>
              </a:rPr>
              <a:t>Wk 13</a:t>
            </a:r>
            <a:endParaRPr lang="en-US" sz="1250"/>
          </a:p>
        </p:txBody>
      </p:sp>
      <p:sp>
        <p:nvSpPr>
          <p:cNvPr id="29" name="Text 26">
            <a:extLst>
              <a:ext uri="{FF2B5EF4-FFF2-40B4-BE49-F238E27FC236}">
                <a16:creationId xmlns:a16="http://schemas.microsoft.com/office/drawing/2014/main" id="{9DF2D19F-FA26-DB0F-B189-330C6118E775}"/>
              </a:ext>
            </a:extLst>
          </p:cNvPr>
          <p:cNvSpPr/>
          <p:nvPr/>
        </p:nvSpPr>
        <p:spPr>
          <a:xfrm>
            <a:off x="9217152" y="5989320"/>
            <a:ext cx="2304288" cy="59436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05000"/>
              </a:lnSpc>
              <a:buNone/>
            </a:pPr>
            <a:r>
              <a:rPr lang="en-US" sz="1000">
                <a:solidFill>
                  <a:srgbClr val="5C5C5C"/>
                </a:solidFill>
                <a:latin typeface="Helvetica" pitchFamily="34" charset="0"/>
                <a:ea typeface="Helvetica" pitchFamily="34" charset="-122"/>
                <a:cs typeface="Helvetica" pitchFamily="34" charset="-120"/>
              </a:rPr>
              <a:t>Final documentation submitted</a:t>
            </a:r>
            <a:endParaRPr lang="en-US" sz="1000"/>
          </a:p>
        </p:txBody>
      </p:sp>
      <p:cxnSp>
        <p:nvCxnSpPr>
          <p:cNvPr id="5" name="Straight Connector 4">
            <a:extLst>
              <a:ext uri="{FF2B5EF4-FFF2-40B4-BE49-F238E27FC236}">
                <a16:creationId xmlns:a16="http://schemas.microsoft.com/office/drawing/2014/main" id="{ED23FA0C-5EFD-20F2-C05D-DF4451EF190B}"/>
              </a:ext>
            </a:extLst>
          </p:cNvPr>
          <p:cNvCxnSpPr/>
          <p:nvPr/>
        </p:nvCxnSpPr>
        <p:spPr>
          <a:xfrm>
            <a:off x="215900" y="393700"/>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A5FB0E6B-531C-C14D-7B8D-3B4401DBB5EB}"/>
              </a:ext>
            </a:extLst>
          </p:cNvPr>
          <p:cNvCxnSpPr/>
          <p:nvPr/>
        </p:nvCxnSpPr>
        <p:spPr>
          <a:xfrm>
            <a:off x="11986307" y="389297"/>
            <a:ext cx="0" cy="607940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6914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CB7C7-C969-23D0-70F8-A3BF8774D252}"/>
              </a:ext>
            </a:extLst>
          </p:cNvPr>
          <p:cNvSpPr>
            <a:spLocks noGrp="1"/>
          </p:cNvSpPr>
          <p:nvPr>
            <p:ph type="title"/>
          </p:nvPr>
        </p:nvSpPr>
        <p:spPr>
          <a:xfrm>
            <a:off x="159834" y="151393"/>
            <a:ext cx="10515600" cy="823758"/>
          </a:xfrm>
        </p:spPr>
        <p:txBody>
          <a:bodyPr/>
          <a:lstStyle/>
          <a:p>
            <a:r>
              <a:rPr lang="en-US"/>
              <a:t>References</a:t>
            </a:r>
          </a:p>
        </p:txBody>
      </p:sp>
      <p:sp>
        <p:nvSpPr>
          <p:cNvPr id="3" name="Content Placeholder 2">
            <a:extLst>
              <a:ext uri="{FF2B5EF4-FFF2-40B4-BE49-F238E27FC236}">
                <a16:creationId xmlns:a16="http://schemas.microsoft.com/office/drawing/2014/main" id="{8CC1BE14-60D4-CD3F-C810-2B80D7576A41}"/>
              </a:ext>
            </a:extLst>
          </p:cNvPr>
          <p:cNvSpPr>
            <a:spLocks noGrp="1"/>
          </p:cNvSpPr>
          <p:nvPr>
            <p:ph idx="1"/>
          </p:nvPr>
        </p:nvSpPr>
        <p:spPr>
          <a:xfrm>
            <a:off x="159834" y="979991"/>
            <a:ext cx="10515600" cy="4351338"/>
          </a:xfrm>
        </p:spPr>
        <p:txBody>
          <a:bodyPr vert="horz" lIns="91440" tIns="45720" rIns="91440" bIns="45720" rtlCol="0" anchor="t">
            <a:noAutofit/>
          </a:bodyPr>
          <a:lstStyle/>
          <a:p>
            <a:pPr>
              <a:buNone/>
            </a:pPr>
            <a:r>
              <a:rPr lang="en-US" sz="1600">
                <a:ea typeface="+mn-lt"/>
                <a:cs typeface="+mn-lt"/>
              </a:rPr>
              <a:t>Bluck, S., Alea, N., Habermas, T., &amp; Rubin, D. C. (2005). A tale of three functions: The self-reported uses of autobiographical memory. </a:t>
            </a:r>
            <a:r>
              <a:rPr lang="en-US" sz="1600" i="1">
                <a:ea typeface="+mn-lt"/>
                <a:cs typeface="+mn-lt"/>
              </a:rPr>
              <a:t>Social Cognition, 23</a:t>
            </a:r>
            <a:r>
              <a:rPr lang="en-US" sz="1600">
                <a:ea typeface="+mn-lt"/>
                <a:cs typeface="+mn-lt"/>
              </a:rPr>
              <a:t>(1), 91–117. </a:t>
            </a:r>
            <a:r>
              <a:rPr lang="en-US" sz="1600">
                <a:ea typeface="+mn-lt"/>
                <a:cs typeface="+mn-lt"/>
                <a:hlinkClick r:id="rId2"/>
              </a:rPr>
              <a:t>https://doi.org/10.1521/soco.23.1.91.59198</a:t>
            </a:r>
            <a:endParaRPr lang="en-US" sz="1600"/>
          </a:p>
          <a:p>
            <a:pPr>
              <a:buNone/>
            </a:pPr>
            <a:r>
              <a:rPr lang="en-US" sz="1600">
                <a:ea typeface="+mn-lt"/>
                <a:cs typeface="+mn-lt"/>
              </a:rPr>
              <a:t>Conway, M. A. (2005). Memory and the self. </a:t>
            </a:r>
            <a:r>
              <a:rPr lang="en-US" sz="1600" i="1">
                <a:ea typeface="+mn-lt"/>
                <a:cs typeface="+mn-lt"/>
              </a:rPr>
              <a:t>Journal of Memory and Language, 53</a:t>
            </a:r>
            <a:r>
              <a:rPr lang="en-US" sz="1600">
                <a:ea typeface="+mn-lt"/>
                <a:cs typeface="+mn-lt"/>
              </a:rPr>
              <a:t>(4), 594–628. </a:t>
            </a:r>
            <a:r>
              <a:rPr lang="en-US" sz="1600">
                <a:ea typeface="+mn-lt"/>
                <a:cs typeface="+mn-lt"/>
                <a:hlinkClick r:id="rId3"/>
              </a:rPr>
              <a:t>https://doi.org/10.1016/j.jml.2005.08.005</a:t>
            </a:r>
            <a:endParaRPr lang="en-US" sz="1600"/>
          </a:p>
          <a:p>
            <a:pPr>
              <a:buNone/>
            </a:pPr>
            <a:r>
              <a:rPr lang="en-US" sz="1600">
                <a:ea typeface="+mn-lt"/>
                <a:cs typeface="+mn-lt"/>
              </a:rPr>
              <a:t>Hirst, W., Phelps, E. A., </a:t>
            </a:r>
            <a:r>
              <a:rPr lang="en-US" sz="1600" err="1">
                <a:ea typeface="+mn-lt"/>
                <a:cs typeface="+mn-lt"/>
              </a:rPr>
              <a:t>Meksin</a:t>
            </a:r>
            <a:r>
              <a:rPr lang="en-US" sz="1600">
                <a:ea typeface="+mn-lt"/>
                <a:cs typeface="+mn-lt"/>
              </a:rPr>
              <a:t>, R., Vaidya, C. J., Johnson, M. K., Mitchell, K. J., Buckner, R. L., </a:t>
            </a:r>
            <a:r>
              <a:rPr lang="en-US" sz="1600" err="1">
                <a:ea typeface="+mn-lt"/>
                <a:cs typeface="+mn-lt"/>
              </a:rPr>
              <a:t>Budson</a:t>
            </a:r>
            <a:r>
              <a:rPr lang="en-US" sz="1600">
                <a:ea typeface="+mn-lt"/>
                <a:cs typeface="+mn-lt"/>
              </a:rPr>
              <a:t>, A. E., Gabrieli, J. D. E., Lustig, C., Mather, M., Ochsner, K. N., Schacter, D. L., Simons, J. S., Lyle, K. B., Cuc, A. F., &amp; Olsson, A. (2015). A ten-year follow-up of a study of memory for the attack of September 11, 2001: Flashbulb memories and memories for flashbulb events. </a:t>
            </a:r>
            <a:r>
              <a:rPr lang="en-US" sz="1600" i="1">
                <a:ea typeface="+mn-lt"/>
                <a:cs typeface="+mn-lt"/>
              </a:rPr>
              <a:t>Journal of Experimental Psychology: General, 144</a:t>
            </a:r>
            <a:r>
              <a:rPr lang="en-US" sz="1600">
                <a:ea typeface="+mn-lt"/>
                <a:cs typeface="+mn-lt"/>
              </a:rPr>
              <a:t>(3), 604–623. </a:t>
            </a:r>
            <a:r>
              <a:rPr lang="en-US" sz="1600">
                <a:ea typeface="+mn-lt"/>
                <a:cs typeface="+mn-lt"/>
                <a:hlinkClick r:id="rId4"/>
              </a:rPr>
              <a:t>https://doi.org/10.1037/xge0000055</a:t>
            </a:r>
            <a:endParaRPr lang="en-US" sz="1600"/>
          </a:p>
          <a:p>
            <a:pPr>
              <a:buNone/>
            </a:pPr>
            <a:r>
              <a:rPr lang="en-US" sz="1600">
                <a:ea typeface="+mn-lt"/>
                <a:cs typeface="+mn-lt"/>
              </a:rPr>
              <a:t>Petrelli, D., &amp; Whittaker, S. (2010). Family memories in the home: Contrasting physical and digital mementos. Personal and Ubiquitous Computing, 14(2), 153–169. </a:t>
            </a:r>
            <a:r>
              <a:rPr lang="en-US" sz="1600">
                <a:ea typeface="+mn-lt"/>
                <a:cs typeface="+mn-lt"/>
                <a:hlinkClick r:id="rId5"/>
              </a:rPr>
              <a:t>https://doi.org/10.1007/s00779-009-0277-7</a:t>
            </a:r>
            <a:r>
              <a:rPr lang="en-US" sz="1600">
                <a:ea typeface="+mn-lt"/>
                <a:cs typeface="+mn-lt"/>
              </a:rPr>
              <a:t> </a:t>
            </a:r>
            <a:endParaRPr lang="en-US"/>
          </a:p>
          <a:p>
            <a:pPr>
              <a:buNone/>
            </a:pPr>
            <a:r>
              <a:rPr lang="en-US" sz="1600">
                <a:ea typeface="+mn-lt"/>
                <a:cs typeface="+mn-lt"/>
              </a:rPr>
              <a:t>Wardell, V., &amp; Palombo, D. J. (2024). Stability and malleability of emotional autobiographical memories. </a:t>
            </a:r>
            <a:r>
              <a:rPr lang="en-US" sz="1600" i="1">
                <a:ea typeface="+mn-lt"/>
                <a:cs typeface="+mn-lt"/>
              </a:rPr>
              <a:t>Nature Reviews Psychology, 3</a:t>
            </a:r>
            <a:r>
              <a:rPr lang="en-US" sz="1600">
                <a:ea typeface="+mn-lt"/>
                <a:cs typeface="+mn-lt"/>
              </a:rPr>
              <a:t>(6), 393–406. </a:t>
            </a:r>
            <a:r>
              <a:rPr lang="en-US" sz="1600">
                <a:ea typeface="+mn-lt"/>
                <a:cs typeface="+mn-lt"/>
                <a:hlinkClick r:id="rId6"/>
              </a:rPr>
              <a:t>https://doi.org/10.1038/s44159-024-00312-1</a:t>
            </a:r>
            <a:endParaRPr lang="en-US" sz="1600"/>
          </a:p>
          <a:p>
            <a:pPr marL="0" indent="0">
              <a:buNone/>
            </a:pPr>
            <a:endParaRPr lang="en-US" sz="1600"/>
          </a:p>
        </p:txBody>
      </p:sp>
    </p:spTree>
    <p:extLst>
      <p:ext uri="{BB962C8B-B14F-4D97-AF65-F5344CB8AC3E}">
        <p14:creationId xmlns:p14="http://schemas.microsoft.com/office/powerpoint/2010/main" val="3685926783"/>
      </p:ext>
    </p:extLst>
  </p:cSld>
  <p:clrMapOvr>
    <a:masterClrMapping/>
  </p:clrMapOvr>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Orange Experience">
      <a:majorFont>
        <a:latin typeface="Oswald SemiBold"/>
        <a:ea typeface=""/>
        <a:cs typeface=""/>
      </a:majorFont>
      <a:minorFont>
        <a:latin typeface="Univers Condensed Light"/>
        <a:ea typeface=""/>
        <a:cs typeface=""/>
      </a:minorFont>
    </a:fontScheme>
    <a:fmtScheme name="Orange Experien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 Experience" id="{3FBD020F-64D3-42BF-A2BA-FB7237EC65A2}" vid="{0A40F0BF-A9BE-440A-B017-9F6336E8514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Slides>
  <Notes>5</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Orange Experience</vt:lpstr>
      <vt:lpstr>Supporting Social Relationships Through Nostalgia And Reminiscence</vt:lpstr>
      <vt:lpstr>Hello!</vt:lpstr>
      <vt:lpstr>PowerPoint Presentation</vt:lpstr>
      <vt:lpstr>Design Opportunity, Concepts Backed By Research</vt:lpstr>
      <vt:lpstr>Slides 4: Audience, prior attempts</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Vim Mahakumbura</dc:creator>
  <cp:revision>1</cp:revision>
  <dcterms:created xsi:type="dcterms:W3CDTF">2026-08-20T09:46:30Z</dcterms:created>
  <dcterms:modified xsi:type="dcterms:W3CDTF">2026-08-24T09:44:54Z</dcterms:modified>
</cp:coreProperties>
</file>