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notesMasterIdLst>
    <p:notesMasterId r:id="rId8"/>
  </p:notesMasterIdLst>
  <p:sldIdLst>
    <p:sldId id="256" r:id="rId2"/>
    <p:sldId id="271" r:id="rId3"/>
    <p:sldId id="269" r:id="rId4"/>
    <p:sldId id="270" r:id="rId5"/>
    <p:sldId id="272"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132DEC-AA96-D65C-6393-652773BCB7C3}" name="Vim Mahakumbura" initials="VM" userId="S::s4982539@uq.edu.au::d742d8eb-1b8a-4e06-893e-13481b9aa2b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762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88A3E-BE02-1CBB-BE53-1D0BA1EFBD33}" v="68" dt="2026-08-24T10:41:12.901"/>
    <p1510:client id="{42030D42-E039-5EB0-D78B-927ABB7059ED}" v="56" dt="2026-08-24T10:32:39.528"/>
    <p1510:client id="{6568200D-2A3E-4586-984C-1EE478BA39F9}" v="3" dt="2026-08-24T00:05:34.404"/>
    <p1510:client id="{684715B6-9D2C-7D03-D8CD-D5E79F3F1C59}" v="80" dt="2026-08-24T01:29:04.233"/>
    <p1510:client id="{96D5FF4F-C893-BB91-0482-8A8F0C048FDD}" v="78" dt="2026-08-23T22:14:07.962"/>
    <p1510:client id="{A2F932E9-5DBD-8A36-4F20-44A709E34E4D}" v="557" dt="2026-08-24T11:08:26.459"/>
    <p1510:client id="{B84F661D-6461-4E71-BFA2-DDD04E77D2AB}" v="9" dt="2026-08-24T08:33:27.771"/>
    <p1510:client id="{C2F348AD-1B56-4FF6-83A7-B6F355D946D8}" v="787" dt="2026-08-23T08:59:00.247"/>
    <p1510:client id="{D0D2A758-0DA1-3135-77E2-5C36A5160D47}" v="7" dt="2026-08-24T08:56:26.356"/>
    <p1510:client id="{E805C593-47DD-8147-8A49-EC3CAD0974E1}" v="141" dt="2026-08-24T11:18:07.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Nguyen" userId="S::s4740711@uq.edu.au::03e5f33a-b010-4996-a729-3526284d0e95" providerId="AD" clId="Web-{6568200D-2A3E-4586-984C-1EE478BA39F9}"/>
    <pc:docChg chg="modSld">
      <pc:chgData name="Dong Nguyen" userId="S::s4740711@uq.edu.au::03e5f33a-b010-4996-a729-3526284d0e95" providerId="AD" clId="Web-{6568200D-2A3E-4586-984C-1EE478BA39F9}" dt="2026-08-24T00:10:48.461" v="87"/>
      <pc:docMkLst>
        <pc:docMk/>
      </pc:docMkLst>
      <pc:sldChg chg="addSp delSp modSp modNotes">
        <pc:chgData name="Dong Nguyen" userId="S::s4740711@uq.edu.au::03e5f33a-b010-4996-a729-3526284d0e95" providerId="AD" clId="Web-{6568200D-2A3E-4586-984C-1EE478BA39F9}" dt="2026-08-24T00:10:48.461" v="87"/>
        <pc:sldMkLst>
          <pc:docMk/>
          <pc:sldMk cId="1016914343" sldId="264"/>
        </pc:sldMkLst>
        <pc:spChg chg="add">
          <ac:chgData name="Dong Nguyen" userId="S::s4740711@uq.edu.au::03e5f33a-b010-4996-a729-3526284d0e95" providerId="AD" clId="Web-{6568200D-2A3E-4586-984C-1EE478BA39F9}" dt="2026-08-24T00:02:41.070" v="1"/>
          <ac:spMkLst>
            <pc:docMk/>
            <pc:sldMk cId="1016914343" sldId="264"/>
            <ac:spMk id="3" creationId="{466B9E35-211B-BD86-A6C4-D7A34BA6BABB}"/>
          </ac:spMkLst>
        </pc:spChg>
        <pc:spChg chg="add">
          <ac:chgData name="Dong Nguyen" userId="S::s4740711@uq.edu.au::03e5f33a-b010-4996-a729-3526284d0e95" providerId="AD" clId="Web-{6568200D-2A3E-4586-984C-1EE478BA39F9}" dt="2026-08-24T00:02:41.070" v="1"/>
          <ac:spMkLst>
            <pc:docMk/>
            <pc:sldMk cId="1016914343" sldId="264"/>
            <ac:spMk id="7" creationId="{F84F0AFD-4CDD-E5AC-81C6-EE4DE0890866}"/>
          </ac:spMkLst>
        </pc:spChg>
        <pc:spChg chg="add mod">
          <ac:chgData name="Dong Nguyen" userId="S::s4740711@uq.edu.au::03e5f33a-b010-4996-a729-3526284d0e95" providerId="AD" clId="Web-{6568200D-2A3E-4586-984C-1EE478BA39F9}" dt="2026-08-24T00:05:34.404" v="21" actId="20577"/>
          <ac:spMkLst>
            <pc:docMk/>
            <pc:sldMk cId="1016914343" sldId="264"/>
            <ac:spMk id="8" creationId="{5807A84B-5973-1870-E205-7325E52EB97F}"/>
          </ac:spMkLst>
        </pc:spChg>
        <pc:spChg chg="add">
          <ac:chgData name="Dong Nguyen" userId="S::s4740711@uq.edu.au::03e5f33a-b010-4996-a729-3526284d0e95" providerId="AD" clId="Web-{6568200D-2A3E-4586-984C-1EE478BA39F9}" dt="2026-08-24T00:02:41.070" v="1"/>
          <ac:spMkLst>
            <pc:docMk/>
            <pc:sldMk cId="1016914343" sldId="264"/>
            <ac:spMk id="12" creationId="{547AB113-2727-D79A-C401-BC5D91BDF6DA}"/>
          </ac:spMkLst>
        </pc:spChg>
        <pc:spChg chg="add">
          <ac:chgData name="Dong Nguyen" userId="S::s4740711@uq.edu.au::03e5f33a-b010-4996-a729-3526284d0e95" providerId="AD" clId="Web-{6568200D-2A3E-4586-984C-1EE478BA39F9}" dt="2026-08-24T00:02:41.070" v="1"/>
          <ac:spMkLst>
            <pc:docMk/>
            <pc:sldMk cId="1016914343" sldId="264"/>
            <ac:spMk id="13" creationId="{0F27E5C8-63A5-77B2-857A-2CA995A0466E}"/>
          </ac:spMkLst>
        </pc:spChg>
        <pc:spChg chg="add">
          <ac:chgData name="Dong Nguyen" userId="S::s4740711@uq.edu.au::03e5f33a-b010-4996-a729-3526284d0e95" providerId="AD" clId="Web-{6568200D-2A3E-4586-984C-1EE478BA39F9}" dt="2026-08-24T00:02:41.070" v="1"/>
          <ac:spMkLst>
            <pc:docMk/>
            <pc:sldMk cId="1016914343" sldId="264"/>
            <ac:spMk id="17" creationId="{7CC87E2C-79BB-1C6F-7C6C-611F30CF2D4B}"/>
          </ac:spMkLst>
        </pc:spChg>
        <pc:spChg chg="add">
          <ac:chgData name="Dong Nguyen" userId="S::s4740711@uq.edu.au::03e5f33a-b010-4996-a729-3526284d0e95" providerId="AD" clId="Web-{6568200D-2A3E-4586-984C-1EE478BA39F9}" dt="2026-08-24T00:02:41.070" v="1"/>
          <ac:spMkLst>
            <pc:docMk/>
            <pc:sldMk cId="1016914343" sldId="264"/>
            <ac:spMk id="19" creationId="{BD0139DD-A350-9848-41D4-10278827C7F8}"/>
          </ac:spMkLst>
        </pc:spChg>
        <pc:spChg chg="add">
          <ac:chgData name="Dong Nguyen" userId="S::s4740711@uq.edu.au::03e5f33a-b010-4996-a729-3526284d0e95" providerId="AD" clId="Web-{6568200D-2A3E-4586-984C-1EE478BA39F9}" dt="2026-08-24T00:02:41.070" v="1"/>
          <ac:spMkLst>
            <pc:docMk/>
            <pc:sldMk cId="1016914343" sldId="264"/>
            <ac:spMk id="21" creationId="{31FADC0D-2A06-E395-180D-237106882245}"/>
          </ac:spMkLst>
        </pc:spChg>
        <pc:spChg chg="add">
          <ac:chgData name="Dong Nguyen" userId="S::s4740711@uq.edu.au::03e5f33a-b010-4996-a729-3526284d0e95" providerId="AD" clId="Web-{6568200D-2A3E-4586-984C-1EE478BA39F9}" dt="2026-08-24T00:02:41.070" v="1"/>
          <ac:spMkLst>
            <pc:docMk/>
            <pc:sldMk cId="1016914343" sldId="264"/>
            <ac:spMk id="28" creationId="{C03E392A-C90D-CCC5-484A-57BC12DF208B}"/>
          </ac:spMkLst>
        </pc:spChg>
        <pc:spChg chg="add">
          <ac:chgData name="Dong Nguyen" userId="S::s4740711@uq.edu.au::03e5f33a-b010-4996-a729-3526284d0e95" providerId="AD" clId="Web-{6568200D-2A3E-4586-984C-1EE478BA39F9}" dt="2026-08-24T00:02:41.070" v="1"/>
          <ac:spMkLst>
            <pc:docMk/>
            <pc:sldMk cId="1016914343" sldId="264"/>
            <ac:spMk id="29" creationId="{9DF2D19F-FA26-DB0F-B189-330C6118E775}"/>
          </ac:spMkLst>
        </pc:spChg>
        <pc:picChg chg="del">
          <ac:chgData name="Dong Nguyen" userId="S::s4740711@uq.edu.au::03e5f33a-b010-4996-a729-3526284d0e95" providerId="AD" clId="Web-{6568200D-2A3E-4586-984C-1EE478BA39F9}" dt="2026-08-24T00:02:39.633" v="0"/>
          <ac:picMkLst>
            <pc:docMk/>
            <pc:sldMk cId="1016914343" sldId="264"/>
            <ac:picMk id="5" creationId="{58CB9D3F-3378-E8CB-4B53-7886F88FC04E}"/>
          </ac:picMkLst>
        </pc:picChg>
      </pc:sldChg>
    </pc:docChg>
  </pc:docChgLst>
  <pc:docChgLst>
    <pc:chgData name="Dev Kansana" userId="S::s4881415@uq.edu.au::b1bd41af-ce6a-40d8-b6fb-d3a925afcb05" providerId="AD" clId="Web-{FDD3E1E7-4A02-03C3-EEB9-FEDB7C8701EA}"/>
    <pc:docChg chg="addSld delSld modSld">
      <pc:chgData name="Dev Kansana" userId="S::s4881415@uq.edu.au::b1bd41af-ce6a-40d8-b6fb-d3a925afcb05" providerId="AD" clId="Web-{FDD3E1E7-4A02-03C3-EEB9-FEDB7C8701EA}" dt="2026-08-23T07:00:18.630" v="404" actId="1076"/>
      <pc:docMkLst>
        <pc:docMk/>
      </pc:docMkLst>
      <pc:sldChg chg="addSp delSp modSp modNotes">
        <pc:chgData name="Dev Kansana" userId="S::s4881415@uq.edu.au::b1bd41af-ce6a-40d8-b6fb-d3a925afcb05" providerId="AD" clId="Web-{FDD3E1E7-4A02-03C3-EEB9-FEDB7C8701EA}" dt="2026-08-23T06:08:36.111" v="240" actId="1076"/>
        <pc:sldMkLst>
          <pc:docMk/>
          <pc:sldMk cId="2037775068" sldId="257"/>
        </pc:sldMkLst>
        <pc:spChg chg="del mod">
          <ac:chgData name="Dev Kansana" userId="S::s4881415@uq.edu.au::b1bd41af-ce6a-40d8-b6fb-d3a925afcb05" providerId="AD" clId="Web-{FDD3E1E7-4A02-03C3-EEB9-FEDB7C8701EA}" dt="2026-08-23T06:07:17.014" v="211"/>
          <ac:spMkLst>
            <pc:docMk/>
            <pc:sldMk cId="2037775068" sldId="257"/>
            <ac:spMk id="3" creationId="{BE34EC9D-3045-5E95-A814-8D15E70592EA}"/>
          </ac:spMkLst>
        </pc:spChg>
        <pc:spChg chg="del mod">
          <ac:chgData name="Dev Kansana" userId="S::s4881415@uq.edu.au::b1bd41af-ce6a-40d8-b6fb-d3a925afcb05" providerId="AD" clId="Web-{FDD3E1E7-4A02-03C3-EEB9-FEDB7C8701EA}" dt="2026-08-23T06:07:35.374" v="218"/>
          <ac:spMkLst>
            <pc:docMk/>
            <pc:sldMk cId="2037775068" sldId="257"/>
            <ac:spMk id="5" creationId="{CFEC951E-5315-5965-587B-D850F32D5B2C}"/>
          </ac:spMkLst>
        </pc:spChg>
        <pc:spChg chg="add mod">
          <ac:chgData name="Dev Kansana" userId="S::s4881415@uq.edu.au::b1bd41af-ce6a-40d8-b6fb-d3a925afcb05" providerId="AD" clId="Web-{FDD3E1E7-4A02-03C3-EEB9-FEDB7C8701EA}" dt="2026-08-23T06:08:36.111" v="238" actId="1076"/>
          <ac:spMkLst>
            <pc:docMk/>
            <pc:sldMk cId="2037775068" sldId="257"/>
            <ac:spMk id="6" creationId="{C3A397C2-4C58-679F-0DA1-AA87B53F17A7}"/>
          </ac:spMkLst>
        </pc:spChg>
        <pc:spChg chg="add mod">
          <ac:chgData name="Dev Kansana" userId="S::s4881415@uq.edu.au::b1bd41af-ce6a-40d8-b6fb-d3a925afcb05" providerId="AD" clId="Web-{FDD3E1E7-4A02-03C3-EEB9-FEDB7C8701EA}" dt="2026-08-23T06:08:36.111" v="239" actId="1076"/>
          <ac:spMkLst>
            <pc:docMk/>
            <pc:sldMk cId="2037775068" sldId="257"/>
            <ac:spMk id="7" creationId="{77F44CB9-E46F-DE9F-A3B9-53DCEAFDD70E}"/>
          </ac:spMkLst>
        </pc:spChg>
        <pc:spChg chg="add mod">
          <ac:chgData name="Dev Kansana" userId="S::s4881415@uq.edu.au::b1bd41af-ce6a-40d8-b6fb-d3a925afcb05" providerId="AD" clId="Web-{FDD3E1E7-4A02-03C3-EEB9-FEDB7C8701EA}" dt="2026-08-23T06:08:36.111" v="240" actId="1076"/>
          <ac:spMkLst>
            <pc:docMk/>
            <pc:sldMk cId="2037775068" sldId="257"/>
            <ac:spMk id="8" creationId="{D9508618-000A-735A-E423-28C34E251090}"/>
          </ac:spMkLst>
        </pc:spChg>
        <pc:spChg chg="add mod">
          <ac:chgData name="Dev Kansana" userId="S::s4881415@uq.edu.au::b1bd41af-ce6a-40d8-b6fb-d3a925afcb05" providerId="AD" clId="Web-{FDD3E1E7-4A02-03C3-EEB9-FEDB7C8701EA}" dt="2026-08-23T06:08:30.782" v="236" actId="1076"/>
          <ac:spMkLst>
            <pc:docMk/>
            <pc:sldMk cId="2037775068" sldId="257"/>
            <ac:spMk id="9" creationId="{025461E9-3423-C59F-7D97-B6C8205F7205}"/>
          </ac:spMkLst>
        </pc:spChg>
        <pc:spChg chg="add mod">
          <ac:chgData name="Dev Kansana" userId="S::s4881415@uq.edu.au::b1bd41af-ce6a-40d8-b6fb-d3a925afcb05" providerId="AD" clId="Web-{FDD3E1E7-4A02-03C3-EEB9-FEDB7C8701EA}" dt="2026-08-23T06:08:30.798" v="237" actId="1076"/>
          <ac:spMkLst>
            <pc:docMk/>
            <pc:sldMk cId="2037775068" sldId="257"/>
            <ac:spMk id="10" creationId="{2636382D-1691-092A-980B-662AD341234A}"/>
          </ac:spMkLst>
        </pc:spChg>
      </pc:sldChg>
      <pc:sldChg chg="addSp delSp modSp modNotes">
        <pc:chgData name="Dev Kansana" userId="S::s4881415@uq.edu.au::b1bd41af-ce6a-40d8-b6fb-d3a925afcb05" providerId="AD" clId="Web-{FDD3E1E7-4A02-03C3-EEB9-FEDB7C8701EA}" dt="2026-08-23T07:00:18.630" v="404" actId="1076"/>
        <pc:sldMkLst>
          <pc:docMk/>
          <pc:sldMk cId="2951960762" sldId="263"/>
        </pc:sldMkLst>
        <pc:spChg chg="add mod">
          <ac:chgData name="Dev Kansana" userId="S::s4881415@uq.edu.au::b1bd41af-ce6a-40d8-b6fb-d3a925afcb05" providerId="AD" clId="Web-{FDD3E1E7-4A02-03C3-EEB9-FEDB7C8701EA}" dt="2026-08-23T07:00:11.724" v="401" actId="1076"/>
          <ac:spMkLst>
            <pc:docMk/>
            <pc:sldMk cId="2951960762" sldId="263"/>
            <ac:spMk id="6" creationId="{C583F8A6-B2BF-B525-BE37-B0A0A781877B}"/>
          </ac:spMkLst>
        </pc:spChg>
        <pc:spChg chg="mod">
          <ac:chgData name="Dev Kansana" userId="S::s4881415@uq.edu.au::b1bd41af-ce6a-40d8-b6fb-d3a925afcb05" providerId="AD" clId="Web-{FDD3E1E7-4A02-03C3-EEB9-FEDB7C8701EA}" dt="2026-08-23T07:00:16.099" v="403" actId="1076"/>
          <ac:spMkLst>
            <pc:docMk/>
            <pc:sldMk cId="2951960762" sldId="263"/>
            <ac:spMk id="7" creationId="{6F61B941-BED1-D2E3-FE1F-FA803F1151CB}"/>
          </ac:spMkLst>
        </pc:spChg>
        <pc:spChg chg="mod">
          <ac:chgData name="Dev Kansana" userId="S::s4881415@uq.edu.au::b1bd41af-ce6a-40d8-b6fb-d3a925afcb05" providerId="AD" clId="Web-{FDD3E1E7-4A02-03C3-EEB9-FEDB7C8701EA}" dt="2026-08-23T06:58:06.735" v="369" actId="1076"/>
          <ac:spMkLst>
            <pc:docMk/>
            <pc:sldMk cId="2951960762" sldId="263"/>
            <ac:spMk id="11" creationId="{30F7831D-E1B9-A25F-9128-AEEBF67C2B66}"/>
          </ac:spMkLst>
        </pc:spChg>
        <pc:spChg chg="del mod">
          <ac:chgData name="Dev Kansana" userId="S::s4881415@uq.edu.au::b1bd41af-ce6a-40d8-b6fb-d3a925afcb05" providerId="AD" clId="Web-{FDD3E1E7-4A02-03C3-EEB9-FEDB7C8701EA}" dt="2026-08-23T06:56:15.855" v="355"/>
          <ac:spMkLst>
            <pc:docMk/>
            <pc:sldMk cId="2951960762" sldId="263"/>
            <ac:spMk id="14" creationId="{2201888A-69F6-4609-F903-112A57563777}"/>
          </ac:spMkLst>
        </pc:spChg>
        <pc:spChg chg="mod">
          <ac:chgData name="Dev Kansana" userId="S::s4881415@uq.edu.au::b1bd41af-ce6a-40d8-b6fb-d3a925afcb05" providerId="AD" clId="Web-{FDD3E1E7-4A02-03C3-EEB9-FEDB7C8701EA}" dt="2026-08-23T06:57:19.374" v="357" actId="1076"/>
          <ac:spMkLst>
            <pc:docMk/>
            <pc:sldMk cId="2951960762" sldId="263"/>
            <ac:spMk id="16" creationId="{930D62F6-ABA4-E9C8-BA8C-7417E7BD972D}"/>
          </ac:spMkLst>
        </pc:spChg>
        <pc:picChg chg="add mod">
          <ac:chgData name="Dev Kansana" userId="S::s4881415@uq.edu.au::b1bd41af-ce6a-40d8-b6fb-d3a925afcb05" providerId="AD" clId="Web-{FDD3E1E7-4A02-03C3-EEB9-FEDB7C8701EA}" dt="2026-08-23T07:00:18.630" v="404" actId="1076"/>
          <ac:picMkLst>
            <pc:docMk/>
            <pc:sldMk cId="2951960762" sldId="263"/>
            <ac:picMk id="5" creationId="{AB0ACD4B-002C-D973-D2A9-2F2E49633C9F}"/>
          </ac:picMkLst>
        </pc:picChg>
        <pc:picChg chg="del">
          <ac:chgData name="Dev Kansana" userId="S::s4881415@uq.edu.au::b1bd41af-ce6a-40d8-b6fb-d3a925afcb05" providerId="AD" clId="Web-{FDD3E1E7-4A02-03C3-EEB9-FEDB7C8701EA}" dt="2026-08-23T06:54:46.633" v="349"/>
          <ac:picMkLst>
            <pc:docMk/>
            <pc:sldMk cId="2951960762" sldId="263"/>
            <ac:picMk id="8" creationId="{80DF4EF4-9B43-6971-8369-7CD7C92BDFB3}"/>
          </ac:picMkLst>
        </pc:picChg>
        <pc:picChg chg="mod">
          <ac:chgData name="Dev Kansana" userId="S::s4881415@uq.edu.au::b1bd41af-ce6a-40d8-b6fb-d3a925afcb05" providerId="AD" clId="Web-{FDD3E1E7-4A02-03C3-EEB9-FEDB7C8701EA}" dt="2026-08-23T06:58:09.610" v="370" actId="1076"/>
          <ac:picMkLst>
            <pc:docMk/>
            <pc:sldMk cId="2951960762" sldId="263"/>
            <ac:picMk id="12" creationId="{A375CC09-7087-812B-7122-12282CB872FF}"/>
          </ac:picMkLst>
        </pc:picChg>
      </pc:sldChg>
      <pc:sldChg chg="new del">
        <pc:chgData name="Dev Kansana" userId="S::s4881415@uq.edu.au::b1bd41af-ce6a-40d8-b6fb-d3a925afcb05" providerId="AD" clId="Web-{FDD3E1E7-4A02-03C3-EEB9-FEDB7C8701EA}" dt="2026-08-23T05:57:14.579" v="88"/>
        <pc:sldMkLst>
          <pc:docMk/>
          <pc:sldMk cId="43523174" sldId="266"/>
        </pc:sldMkLst>
      </pc:sldChg>
    </pc:docChg>
  </pc:docChgLst>
  <pc:docChgLst>
    <pc:chgData name="Vim Mahakumbura" userId="S::s4982539@uq.edu.au::d742d8eb-1b8a-4e06-893e-13481b9aa2b1" providerId="AD" clId="Web-{E805C593-47DD-8147-8A49-EC3CAD0974E1}"/>
    <pc:docChg chg="addSld delSld modSld">
      <pc:chgData name="Vim Mahakumbura" userId="S::s4982539@uq.edu.au::d742d8eb-1b8a-4e06-893e-13481b9aa2b1" providerId="AD" clId="Web-{E805C593-47DD-8147-8A49-EC3CAD0974E1}" dt="2026-08-24T11:18:07.539" v="142"/>
      <pc:docMkLst>
        <pc:docMk/>
      </pc:docMkLst>
      <pc:sldChg chg="modSp">
        <pc:chgData name="Vim Mahakumbura" userId="S::s4982539@uq.edu.au::d742d8eb-1b8a-4e06-893e-13481b9aa2b1" providerId="AD" clId="Web-{E805C593-47DD-8147-8A49-EC3CAD0974E1}" dt="2026-08-24T10:45:24.619" v="89" actId="20577"/>
        <pc:sldMkLst>
          <pc:docMk/>
          <pc:sldMk cId="3291430269" sldId="256"/>
        </pc:sldMkLst>
        <pc:spChg chg="mod">
          <ac:chgData name="Vim Mahakumbura" userId="S::s4982539@uq.edu.au::d742d8eb-1b8a-4e06-893e-13481b9aa2b1" providerId="AD" clId="Web-{E805C593-47DD-8147-8A49-EC3CAD0974E1}" dt="2026-08-24T10:45:24.619" v="89" actId="20577"/>
          <ac:spMkLst>
            <pc:docMk/>
            <pc:sldMk cId="3291430269" sldId="256"/>
            <ac:spMk id="5" creationId="{E7ABDB73-4778-2DA8-77B6-7CABB5434089}"/>
          </ac:spMkLst>
        </pc:spChg>
        <pc:picChg chg="mod">
          <ac:chgData name="Vim Mahakumbura" userId="S::s4982539@uq.edu.au::d742d8eb-1b8a-4e06-893e-13481b9aa2b1" providerId="AD" clId="Web-{E805C593-47DD-8147-8A49-EC3CAD0974E1}" dt="2026-08-24T10:36:44.505" v="48" actId="1076"/>
          <ac:picMkLst>
            <pc:docMk/>
            <pc:sldMk cId="3291430269" sldId="256"/>
            <ac:picMk id="3" creationId="{47C0D319-2D08-E129-7902-CEE6FB7805D5}"/>
          </ac:picMkLst>
        </pc:picChg>
      </pc:sldChg>
      <pc:sldChg chg="del">
        <pc:chgData name="Vim Mahakumbura" userId="S::s4982539@uq.edu.au::d742d8eb-1b8a-4e06-893e-13481b9aa2b1" providerId="AD" clId="Web-{E805C593-47DD-8147-8A49-EC3CAD0974E1}" dt="2026-08-24T10:36:23.239" v="46"/>
        <pc:sldMkLst>
          <pc:docMk/>
          <pc:sldMk cId="2037775068" sldId="257"/>
        </pc:sldMkLst>
      </pc:sldChg>
      <pc:sldChg chg="del">
        <pc:chgData name="Vim Mahakumbura" userId="S::s4982539@uq.edu.au::d742d8eb-1b8a-4e06-893e-13481b9aa2b1" providerId="AD" clId="Web-{E805C593-47DD-8147-8A49-EC3CAD0974E1}" dt="2026-08-24T10:34:43.312" v="45"/>
        <pc:sldMkLst>
          <pc:docMk/>
          <pc:sldMk cId="935523701" sldId="260"/>
        </pc:sldMkLst>
      </pc:sldChg>
      <pc:sldChg chg="addSp">
        <pc:chgData name="Vim Mahakumbura" userId="S::s4982539@uq.edu.au::d742d8eb-1b8a-4e06-893e-13481b9aa2b1" providerId="AD" clId="Web-{E805C593-47DD-8147-8A49-EC3CAD0974E1}" dt="2026-08-24T10:39:45.309" v="72"/>
        <pc:sldMkLst>
          <pc:docMk/>
          <pc:sldMk cId="1016914343" sldId="264"/>
        </pc:sldMkLst>
        <pc:cxnChg chg="add">
          <ac:chgData name="Vim Mahakumbura" userId="S::s4982539@uq.edu.au::d742d8eb-1b8a-4e06-893e-13481b9aa2b1" providerId="AD" clId="Web-{E805C593-47DD-8147-8A49-EC3CAD0974E1}" dt="2026-08-24T10:39:45.278" v="71"/>
          <ac:cxnSpMkLst>
            <pc:docMk/>
            <pc:sldMk cId="1016914343" sldId="264"/>
            <ac:cxnSpMk id="59" creationId="{7A4D338F-0F4C-0FA0-07CF-BD9553731C78}"/>
          </ac:cxnSpMkLst>
        </pc:cxnChg>
        <pc:cxnChg chg="add">
          <ac:chgData name="Vim Mahakumbura" userId="S::s4982539@uq.edu.au::d742d8eb-1b8a-4e06-893e-13481b9aa2b1" providerId="AD" clId="Web-{E805C593-47DD-8147-8A49-EC3CAD0974E1}" dt="2026-08-24T10:39:45.309" v="72"/>
          <ac:cxnSpMkLst>
            <pc:docMk/>
            <pc:sldMk cId="1016914343" sldId="264"/>
            <ac:cxnSpMk id="61" creationId="{12D12214-2270-7357-D663-7F407559AC8E}"/>
          </ac:cxnSpMkLst>
        </pc:cxnChg>
      </pc:sldChg>
      <pc:sldChg chg="del">
        <pc:chgData name="Vim Mahakumbura" userId="S::s4982539@uq.edu.au::d742d8eb-1b8a-4e06-893e-13481b9aa2b1" providerId="AD" clId="Web-{E805C593-47DD-8147-8A49-EC3CAD0974E1}" dt="2026-08-24T11:18:07.539" v="142"/>
        <pc:sldMkLst>
          <pc:docMk/>
          <pc:sldMk cId="3685926783" sldId="268"/>
        </pc:sldMkLst>
      </pc:sldChg>
      <pc:sldChg chg="addSp">
        <pc:chgData name="Vim Mahakumbura" userId="S::s4982539@uq.edu.au::d742d8eb-1b8a-4e06-893e-13481b9aa2b1" providerId="AD" clId="Web-{E805C593-47DD-8147-8A49-EC3CAD0974E1}" dt="2026-08-24T10:39:52.341" v="74"/>
        <pc:sldMkLst>
          <pc:docMk/>
          <pc:sldMk cId="0" sldId="269"/>
        </pc:sldMkLst>
        <pc:cxnChg chg="add">
          <ac:chgData name="Vim Mahakumbura" userId="S::s4982539@uq.edu.au::d742d8eb-1b8a-4e06-893e-13481b9aa2b1" providerId="AD" clId="Web-{E805C593-47DD-8147-8A49-EC3CAD0974E1}" dt="2026-08-24T10:39:52.325" v="73"/>
          <ac:cxnSpMkLst>
            <pc:docMk/>
            <pc:sldMk cId="0" sldId="269"/>
            <ac:cxnSpMk id="8" creationId="{CFA38C4B-B2C4-FDDA-AB44-24EA80B5281D}"/>
          </ac:cxnSpMkLst>
        </pc:cxnChg>
        <pc:cxnChg chg="add">
          <ac:chgData name="Vim Mahakumbura" userId="S::s4982539@uq.edu.au::d742d8eb-1b8a-4e06-893e-13481b9aa2b1" providerId="AD" clId="Web-{E805C593-47DD-8147-8A49-EC3CAD0974E1}" dt="2026-08-24T10:39:52.341" v="74"/>
          <ac:cxnSpMkLst>
            <pc:docMk/>
            <pc:sldMk cId="0" sldId="269"/>
            <ac:cxnSpMk id="10" creationId="{2F62B3D4-7785-CC1C-EECA-B00A93569735}"/>
          </ac:cxnSpMkLst>
        </pc:cxnChg>
      </pc:sldChg>
      <pc:sldChg chg="addSp modSp add modNotes">
        <pc:chgData name="Vim Mahakumbura" userId="S::s4982539@uq.edu.au::d742d8eb-1b8a-4e06-893e-13481b9aa2b1" providerId="AD" clId="Web-{E805C593-47DD-8147-8A49-EC3CAD0974E1}" dt="2026-08-24T11:17:15.303" v="141" actId="20577"/>
        <pc:sldMkLst>
          <pc:docMk/>
          <pc:sldMk cId="1877611825" sldId="270"/>
        </pc:sldMkLst>
        <pc:spChg chg="mod">
          <ac:chgData name="Vim Mahakumbura" userId="S::s4982539@uq.edu.au::d742d8eb-1b8a-4e06-893e-13481b9aa2b1" providerId="AD" clId="Web-{E805C593-47DD-8147-8A49-EC3CAD0974E1}" dt="2026-08-24T10:41:17.907" v="81" actId="20577"/>
          <ac:spMkLst>
            <pc:docMk/>
            <pc:sldMk cId="1877611825" sldId="270"/>
            <ac:spMk id="2" creationId="{FC0220E1-92BD-FA0B-B8B1-D52E70151329}"/>
          </ac:spMkLst>
        </pc:spChg>
        <pc:spChg chg="mod">
          <ac:chgData name="Vim Mahakumbura" userId="S::s4982539@uq.edu.au::d742d8eb-1b8a-4e06-893e-13481b9aa2b1" providerId="AD" clId="Web-{E805C593-47DD-8147-8A49-EC3CAD0974E1}" dt="2026-08-24T11:17:15.303" v="141" actId="20577"/>
          <ac:spMkLst>
            <pc:docMk/>
            <pc:sldMk cId="1877611825" sldId="270"/>
            <ac:spMk id="3" creationId="{B61CB0DD-8CC2-E045-A2FE-D91C2328491F}"/>
          </ac:spMkLst>
        </pc:spChg>
        <pc:spChg chg="mod">
          <ac:chgData name="Vim Mahakumbura" userId="S::s4982539@uq.edu.au::d742d8eb-1b8a-4e06-893e-13481b9aa2b1" providerId="AD" clId="Web-{E805C593-47DD-8147-8A49-EC3CAD0974E1}" dt="2026-08-24T10:33:00.574" v="31" actId="1076"/>
          <ac:spMkLst>
            <pc:docMk/>
            <pc:sldMk cId="1877611825" sldId="270"/>
            <ac:spMk id="5" creationId="{F4145D74-F85C-8276-9D67-75FF0E9877CF}"/>
          </ac:spMkLst>
        </pc:spChg>
        <pc:spChg chg="mod">
          <ac:chgData name="Vim Mahakumbura" userId="S::s4982539@uq.edu.au::d742d8eb-1b8a-4e06-893e-13481b9aa2b1" providerId="AD" clId="Web-{E805C593-47DD-8147-8A49-EC3CAD0974E1}" dt="2026-08-24T10:38:24.025" v="69" actId="1076"/>
          <ac:spMkLst>
            <pc:docMk/>
            <pc:sldMk cId="1877611825" sldId="270"/>
            <ac:spMk id="6" creationId="{248E0495-1F64-3F0B-A2C0-50D58A1F2816}"/>
          </ac:spMkLst>
        </pc:spChg>
        <pc:spChg chg="mod">
          <ac:chgData name="Vim Mahakumbura" userId="S::s4982539@uq.edu.au::d742d8eb-1b8a-4e06-893e-13481b9aa2b1" providerId="AD" clId="Web-{E805C593-47DD-8147-8A49-EC3CAD0974E1}" dt="2026-08-24T10:33:55.092" v="42" actId="1076"/>
          <ac:spMkLst>
            <pc:docMk/>
            <pc:sldMk cId="1877611825" sldId="270"/>
            <ac:spMk id="7" creationId="{8050B3F9-E044-FE64-0887-335EC38C381E}"/>
          </ac:spMkLst>
        </pc:spChg>
        <pc:spChg chg="mod">
          <ac:chgData name="Vim Mahakumbura" userId="S::s4982539@uq.edu.au::d742d8eb-1b8a-4e06-893e-13481b9aa2b1" providerId="AD" clId="Web-{E805C593-47DD-8147-8A49-EC3CAD0974E1}" dt="2026-08-24T10:38:22.540" v="68" actId="1076"/>
          <ac:spMkLst>
            <pc:docMk/>
            <pc:sldMk cId="1877611825" sldId="270"/>
            <ac:spMk id="10" creationId="{F825F0F8-4F99-3EB5-591A-CFA2FF3D146C}"/>
          </ac:spMkLst>
        </pc:spChg>
        <pc:spChg chg="mod">
          <ac:chgData name="Vim Mahakumbura" userId="S::s4982539@uq.edu.au::d742d8eb-1b8a-4e06-893e-13481b9aa2b1" providerId="AD" clId="Web-{E805C593-47DD-8147-8A49-EC3CAD0974E1}" dt="2026-08-24T10:16:18.270" v="20" actId="1076"/>
          <ac:spMkLst>
            <pc:docMk/>
            <pc:sldMk cId="1877611825" sldId="270"/>
            <ac:spMk id="11" creationId="{C64D74CA-3434-AA7C-F696-AB1522945936}"/>
          </ac:spMkLst>
        </pc:spChg>
        <pc:spChg chg="mod">
          <ac:chgData name="Vim Mahakumbura" userId="S::s4982539@uq.edu.au::d742d8eb-1b8a-4e06-893e-13481b9aa2b1" providerId="AD" clId="Web-{E805C593-47DD-8147-8A49-EC3CAD0974E1}" dt="2026-08-24T10:38:27.088" v="70" actId="1076"/>
          <ac:spMkLst>
            <pc:docMk/>
            <pc:sldMk cId="1877611825" sldId="270"/>
            <ac:spMk id="12" creationId="{66B105B4-DEA6-B889-1AD6-F562F9CE8623}"/>
          </ac:spMkLst>
        </pc:spChg>
        <pc:spChg chg="mod">
          <ac:chgData name="Vim Mahakumbura" userId="S::s4982539@uq.edu.au::d742d8eb-1b8a-4e06-893e-13481b9aa2b1" providerId="AD" clId="Web-{E805C593-47DD-8147-8A49-EC3CAD0974E1}" dt="2026-08-24T10:38:21.212" v="67" actId="1076"/>
          <ac:spMkLst>
            <pc:docMk/>
            <pc:sldMk cId="1877611825" sldId="270"/>
            <ac:spMk id="14" creationId="{5D03FFF0-F6B5-05BE-6A44-0D1FBF293B98}"/>
          </ac:spMkLst>
        </pc:spChg>
        <pc:spChg chg="mod">
          <ac:chgData name="Vim Mahakumbura" userId="S::s4982539@uq.edu.au::d742d8eb-1b8a-4e06-893e-13481b9aa2b1" providerId="AD" clId="Web-{E805C593-47DD-8147-8A49-EC3CAD0974E1}" dt="2026-08-24T10:34:12.749" v="43" actId="1076"/>
          <ac:spMkLst>
            <pc:docMk/>
            <pc:sldMk cId="1877611825" sldId="270"/>
            <ac:spMk id="15" creationId="{55894067-B958-1011-14F0-3BF85F8AA865}"/>
          </ac:spMkLst>
        </pc:spChg>
        <pc:spChg chg="mod">
          <ac:chgData name="Vim Mahakumbura" userId="S::s4982539@uq.edu.au::d742d8eb-1b8a-4e06-893e-13481b9aa2b1" providerId="AD" clId="Web-{E805C593-47DD-8147-8A49-EC3CAD0974E1}" dt="2026-08-24T10:38:19.103" v="66" actId="1076"/>
          <ac:spMkLst>
            <pc:docMk/>
            <pc:sldMk cId="1877611825" sldId="270"/>
            <ac:spMk id="16" creationId="{02925070-15FC-5E43-9C7F-6B7ABCB2EFE9}"/>
          </ac:spMkLst>
        </pc:spChg>
        <pc:spChg chg="add mod ord">
          <ac:chgData name="Vim Mahakumbura" userId="S::s4982539@uq.edu.au::d742d8eb-1b8a-4e06-893e-13481b9aa2b1" providerId="AD" clId="Web-{E805C593-47DD-8147-8A49-EC3CAD0974E1}" dt="2026-08-24T10:17:04.584" v="27"/>
          <ac:spMkLst>
            <pc:docMk/>
            <pc:sldMk cId="1877611825" sldId="270"/>
            <ac:spMk id="20" creationId="{FA4FDF87-1074-96BA-4818-C4DC5BD12474}"/>
          </ac:spMkLst>
        </pc:spChg>
        <pc:spChg chg="mod">
          <ac:chgData name="Vim Mahakumbura" userId="S::s4982539@uq.edu.au::d742d8eb-1b8a-4e06-893e-13481b9aa2b1" providerId="AD" clId="Web-{E805C593-47DD-8147-8A49-EC3CAD0974E1}" dt="2026-08-24T10:33:37.623" v="40" actId="1076"/>
          <ac:spMkLst>
            <pc:docMk/>
            <pc:sldMk cId="1877611825" sldId="270"/>
            <ac:spMk id="25" creationId="{56501C58-8839-B03F-ADB8-3576ECBC669E}"/>
          </ac:spMkLst>
        </pc:spChg>
        <pc:spChg chg="mod">
          <ac:chgData name="Vim Mahakumbura" userId="S::s4982539@uq.edu.au::d742d8eb-1b8a-4e06-893e-13481b9aa2b1" providerId="AD" clId="Web-{E805C593-47DD-8147-8A49-EC3CAD0974E1}" dt="2026-08-24T10:16:08.988" v="18" actId="1076"/>
          <ac:spMkLst>
            <pc:docMk/>
            <pc:sldMk cId="1877611825" sldId="270"/>
            <ac:spMk id="35" creationId="{8A531D50-7362-1783-0B8F-4DDD7B37C956}"/>
          </ac:spMkLst>
        </pc:spChg>
        <pc:spChg chg="mod">
          <ac:chgData name="Vim Mahakumbura" userId="S::s4982539@uq.edu.au::d742d8eb-1b8a-4e06-893e-13481b9aa2b1" providerId="AD" clId="Web-{E805C593-47DD-8147-8A49-EC3CAD0974E1}" dt="2026-08-24T10:16:18.301" v="22" actId="1076"/>
          <ac:spMkLst>
            <pc:docMk/>
            <pc:sldMk cId="1877611825" sldId="270"/>
            <ac:spMk id="36" creationId="{D3E7DCEC-886E-E45D-E336-56979A4F1DCD}"/>
          </ac:spMkLst>
        </pc:spChg>
        <pc:picChg chg="mod">
          <ac:chgData name="Vim Mahakumbura" userId="S::s4982539@uq.edu.au::d742d8eb-1b8a-4e06-893e-13481b9aa2b1" providerId="AD" clId="Web-{E805C593-47DD-8147-8A49-EC3CAD0974E1}" dt="2026-08-24T10:33:37.607" v="39" actId="1076"/>
          <ac:picMkLst>
            <pc:docMk/>
            <pc:sldMk cId="1877611825" sldId="270"/>
            <ac:picMk id="9" creationId="{00CEE301-50B9-FAB9-AB47-9907AD725222}"/>
          </ac:picMkLst>
        </pc:picChg>
        <pc:picChg chg="mod">
          <ac:chgData name="Vim Mahakumbura" userId="S::s4982539@uq.edu.au::d742d8eb-1b8a-4e06-893e-13481b9aa2b1" providerId="AD" clId="Web-{E805C593-47DD-8147-8A49-EC3CAD0974E1}" dt="2026-08-24T10:16:08.972" v="16" actId="1076"/>
          <ac:picMkLst>
            <pc:docMk/>
            <pc:sldMk cId="1877611825" sldId="270"/>
            <ac:picMk id="13" creationId="{9F31A8EA-0EEC-CB3B-5ACE-F8F55D7587A1}"/>
          </ac:picMkLst>
        </pc:picChg>
        <pc:picChg chg="mod">
          <ac:chgData name="Vim Mahakumbura" userId="S::s4982539@uq.edu.au::d742d8eb-1b8a-4e06-893e-13481b9aa2b1" providerId="AD" clId="Web-{E805C593-47DD-8147-8A49-EC3CAD0974E1}" dt="2026-08-24T10:16:18.285" v="21" actId="1076"/>
          <ac:picMkLst>
            <pc:docMk/>
            <pc:sldMk cId="1877611825" sldId="270"/>
            <ac:picMk id="21" creationId="{F943E1D7-9EF9-3025-CBB6-5010C180A1E4}"/>
          </ac:picMkLst>
        </pc:picChg>
        <pc:inkChg chg="mod">
          <ac:chgData name="Vim Mahakumbura" userId="S::s4982539@uq.edu.au::d742d8eb-1b8a-4e06-893e-13481b9aa2b1" providerId="AD" clId="Web-{E805C593-47DD-8147-8A49-EC3CAD0974E1}" dt="2026-08-24T10:33:37.638" v="41" actId="1076"/>
          <ac:inkMkLst>
            <pc:docMk/>
            <pc:sldMk cId="1877611825" sldId="270"/>
            <ac:inkMk id="41" creationId="{FA8AF820-6F80-6E35-6799-083F75973856}"/>
          </ac:inkMkLst>
        </pc:inkChg>
        <pc:inkChg chg="mod">
          <ac:chgData name="Vim Mahakumbura" userId="S::s4982539@uq.edu.au::d742d8eb-1b8a-4e06-893e-13481b9aa2b1" providerId="AD" clId="Web-{E805C593-47DD-8147-8A49-EC3CAD0974E1}" dt="2026-08-24T10:37:30.913" v="54" actId="1076"/>
          <ac:inkMkLst>
            <pc:docMk/>
            <pc:sldMk cId="1877611825" sldId="270"/>
            <ac:inkMk id="44" creationId="{AFBF1A90-40D9-8318-A1AC-8F430564AB8B}"/>
          </ac:inkMkLst>
        </pc:inkChg>
        <pc:inkChg chg="mod">
          <ac:chgData name="Vim Mahakumbura" userId="S::s4982539@uq.edu.au::d742d8eb-1b8a-4e06-893e-13481b9aa2b1" providerId="AD" clId="Web-{E805C593-47DD-8147-8A49-EC3CAD0974E1}" dt="2026-08-24T10:16:18.301" v="23" actId="1076"/>
          <ac:inkMkLst>
            <pc:docMk/>
            <pc:sldMk cId="1877611825" sldId="270"/>
            <ac:inkMk id="45" creationId="{7446BF6E-2EA0-F026-E1FA-322D34481B2C}"/>
          </ac:inkMkLst>
        </pc:inkChg>
        <pc:cxnChg chg="add">
          <ac:chgData name="Vim Mahakumbura" userId="S::s4982539@uq.edu.au::d742d8eb-1b8a-4e06-893e-13481b9aa2b1" providerId="AD" clId="Web-{E805C593-47DD-8147-8A49-EC3CAD0974E1}" dt="2026-08-24T10:15:25.674" v="2"/>
          <ac:cxnSpMkLst>
            <pc:docMk/>
            <pc:sldMk cId="1877611825" sldId="270"/>
            <ac:cxnSpMk id="4" creationId="{63112B00-8EAB-D2B5-1AEF-13E14AC76C19}"/>
          </ac:cxnSpMkLst>
        </pc:cxnChg>
        <pc:cxnChg chg="add">
          <ac:chgData name="Vim Mahakumbura" userId="S::s4982539@uq.edu.au::d742d8eb-1b8a-4e06-893e-13481b9aa2b1" providerId="AD" clId="Web-{E805C593-47DD-8147-8A49-EC3CAD0974E1}" dt="2026-08-24T10:15:25.674" v="3"/>
          <ac:cxnSpMkLst>
            <pc:docMk/>
            <pc:sldMk cId="1877611825" sldId="270"/>
            <ac:cxnSpMk id="18" creationId="{176639C5-4DC8-1606-E702-774B18882AC9}"/>
          </ac:cxnSpMkLst>
        </pc:cxnChg>
      </pc:sldChg>
      <pc:sldChg chg="addSp modSp">
        <pc:chgData name="Vim Mahakumbura" userId="S::s4982539@uq.edu.au::d742d8eb-1b8a-4e06-893e-13481b9aa2b1" providerId="AD" clId="Web-{E805C593-47DD-8147-8A49-EC3CAD0974E1}" dt="2026-08-24T10:39:55.325" v="76"/>
        <pc:sldMkLst>
          <pc:docMk/>
          <pc:sldMk cId="2923001498" sldId="271"/>
        </pc:sldMkLst>
        <pc:grpChg chg="mod">
          <ac:chgData name="Vim Mahakumbura" userId="S::s4982539@uq.edu.au::d742d8eb-1b8a-4e06-893e-13481b9aa2b1" providerId="AD" clId="Web-{E805C593-47DD-8147-8A49-EC3CAD0974E1}" dt="2026-08-24T10:36:53.615" v="49" actId="1076"/>
          <ac:grpSpMkLst>
            <pc:docMk/>
            <pc:sldMk cId="2923001498" sldId="271"/>
            <ac:grpSpMk id="40" creationId="{6210A443-CAF7-2913-4D86-A3F37BED222A}"/>
          </ac:grpSpMkLst>
        </pc:grpChg>
        <pc:cxnChg chg="add">
          <ac:chgData name="Vim Mahakumbura" userId="S::s4982539@uq.edu.au::d742d8eb-1b8a-4e06-893e-13481b9aa2b1" providerId="AD" clId="Web-{E805C593-47DD-8147-8A49-EC3CAD0974E1}" dt="2026-08-24T10:39:55.310" v="75"/>
          <ac:cxnSpMkLst>
            <pc:docMk/>
            <pc:sldMk cId="2923001498" sldId="271"/>
            <ac:cxnSpMk id="5" creationId="{4651CF4B-59A5-DB49-A327-D1FA63B0731E}"/>
          </ac:cxnSpMkLst>
        </pc:cxnChg>
        <pc:cxnChg chg="add">
          <ac:chgData name="Vim Mahakumbura" userId="S::s4982539@uq.edu.au::d742d8eb-1b8a-4e06-893e-13481b9aa2b1" providerId="AD" clId="Web-{E805C593-47DD-8147-8A49-EC3CAD0974E1}" dt="2026-08-24T10:39:55.325" v="76"/>
          <ac:cxnSpMkLst>
            <pc:docMk/>
            <pc:sldMk cId="2923001498" sldId="271"/>
            <ac:cxnSpMk id="7" creationId="{91D0C201-45BE-C8D6-9BEB-542E4E6EA71C}"/>
          </ac:cxnSpMkLst>
        </pc:cxnChg>
      </pc:sldChg>
      <pc:sldChg chg="modSp add">
        <pc:chgData name="Vim Mahakumbura" userId="S::s4982539@uq.edu.au::d742d8eb-1b8a-4e06-893e-13481b9aa2b1" providerId="AD" clId="Web-{E805C593-47DD-8147-8A49-EC3CAD0974E1}" dt="2026-08-24T11:01:00.421" v="100" actId="20577"/>
        <pc:sldMkLst>
          <pc:docMk/>
          <pc:sldMk cId="2759626136" sldId="272"/>
        </pc:sldMkLst>
        <pc:spChg chg="mod">
          <ac:chgData name="Vim Mahakumbura" userId="S::s4982539@uq.edu.au::d742d8eb-1b8a-4e06-893e-13481b9aa2b1" providerId="AD" clId="Web-{E805C593-47DD-8147-8A49-EC3CAD0974E1}" dt="2026-08-24T11:01:00.421" v="100" actId="20577"/>
          <ac:spMkLst>
            <pc:docMk/>
            <pc:sldMk cId="2759626136" sldId="272"/>
            <ac:spMk id="117" creationId="{00000000-0000-0000-0000-000000000000}"/>
          </ac:spMkLst>
        </pc:spChg>
      </pc:sldChg>
    </pc:docChg>
  </pc:docChgLst>
  <pc:docChgLst>
    <pc:chgData name="Dong Nguyen" userId="S::s4740711@uq.edu.au::03e5f33a-b010-4996-a729-3526284d0e95" providerId="AD" clId="Web-{96A2B398-0EC1-659D-B66C-68F080DC83BB}"/>
    <pc:docChg chg="addSld modSld">
      <pc:chgData name="Dong Nguyen" userId="S::s4740711@uq.edu.au::03e5f33a-b010-4996-a729-3526284d0e95" providerId="AD" clId="Web-{96A2B398-0EC1-659D-B66C-68F080DC83BB}" dt="2026-08-23T04:18:33.573" v="13"/>
      <pc:docMkLst>
        <pc:docMk/>
      </pc:docMkLst>
      <pc:sldChg chg="addSp delSp modSp new mod setBg">
        <pc:chgData name="Dong Nguyen" userId="S::s4740711@uq.edu.au::03e5f33a-b010-4996-a729-3526284d0e95" providerId="AD" clId="Web-{96A2B398-0EC1-659D-B66C-68F080DC83BB}" dt="2026-08-23T04:18:33.573" v="13"/>
        <pc:sldMkLst>
          <pc:docMk/>
          <pc:sldMk cId="1016914343" sldId="264"/>
        </pc:sldMkLst>
        <pc:spChg chg="del">
          <ac:chgData name="Dong Nguyen" userId="S::s4740711@uq.edu.au::03e5f33a-b010-4996-a729-3526284d0e95" providerId="AD" clId="Web-{96A2B398-0EC1-659D-B66C-68F080DC83BB}" dt="2026-08-23T04:18:00.479" v="1"/>
          <ac:spMkLst>
            <pc:docMk/>
            <pc:sldMk cId="1016914343" sldId="264"/>
            <ac:spMk id="2" creationId="{B73A3F6C-AC1F-4DA4-0892-310917FE1E92}"/>
          </ac:spMkLst>
        </pc:spChg>
        <pc:spChg chg="del mod">
          <ac:chgData name="Dong Nguyen" userId="S::s4740711@uq.edu.au::03e5f33a-b010-4996-a729-3526284d0e95" providerId="AD" clId="Web-{96A2B398-0EC1-659D-B66C-68F080DC83BB}" dt="2026-08-23T04:18:04.448" v="3"/>
          <ac:spMkLst>
            <pc:docMk/>
            <pc:sldMk cId="1016914343" sldId="264"/>
            <ac:spMk id="3" creationId="{0B8D5248-A1D6-5529-4A94-9429F73DF0C1}"/>
          </ac:spMkLst>
        </pc:spChg>
        <pc:spChg chg="add del">
          <ac:chgData name="Dong Nguyen" userId="S::s4740711@uq.edu.au::03e5f33a-b010-4996-a729-3526284d0e95" providerId="AD" clId="Web-{96A2B398-0EC1-659D-B66C-68F080DC83BB}" dt="2026-08-23T04:18:33.573" v="12"/>
          <ac:spMkLst>
            <pc:docMk/>
            <pc:sldMk cId="1016914343" sldId="264"/>
            <ac:spMk id="7" creationId="{42A4FC2C-047E-45A5-965D-8E1E3BF09BC6}"/>
          </ac:spMkLst>
        </pc:spChg>
        <pc:spChg chg="add del">
          <ac:chgData name="Dong Nguyen" userId="S::s4740711@uq.edu.au::03e5f33a-b010-4996-a729-3526284d0e95" providerId="AD" clId="Web-{96A2B398-0EC1-659D-B66C-68F080DC83BB}" dt="2026-08-23T04:18:30.370" v="8"/>
          <ac:spMkLst>
            <pc:docMk/>
            <pc:sldMk cId="1016914343" sldId="264"/>
            <ac:spMk id="10" creationId="{42A4FC2C-047E-45A5-965D-8E1E3BF09BC6}"/>
          </ac:spMkLst>
        </pc:spChg>
        <pc:picChg chg="add del mod">
          <ac:chgData name="Dong Nguyen" userId="S::s4740711@uq.edu.au::03e5f33a-b010-4996-a729-3526284d0e95" providerId="AD" clId="Web-{96A2B398-0EC1-659D-B66C-68F080DC83BB}" dt="2026-08-23T04:18:25.838" v="5"/>
          <ac:picMkLst>
            <pc:docMk/>
            <pc:sldMk cId="1016914343" sldId="264"/>
            <ac:picMk id="4" creationId="{CD8BC1CD-5393-BE9C-3F5B-04BE17FEB7BC}"/>
          </ac:picMkLst>
        </pc:picChg>
        <pc:picChg chg="add mod">
          <ac:chgData name="Dong Nguyen" userId="S::s4740711@uq.edu.au::03e5f33a-b010-4996-a729-3526284d0e95" providerId="AD" clId="Web-{96A2B398-0EC1-659D-B66C-68F080DC83BB}" dt="2026-08-23T04:18:33.573" v="13"/>
          <ac:picMkLst>
            <pc:docMk/>
            <pc:sldMk cId="1016914343" sldId="264"/>
            <ac:picMk id="5" creationId="{58CB9D3F-3378-E8CB-4B53-7886F88FC04E}"/>
          </ac:picMkLst>
        </pc:picChg>
      </pc:sldChg>
    </pc:docChg>
  </pc:docChgLst>
  <pc:docChgLst>
    <pc:chgData name="Shirish Kamble" userId="S::s4974055@uq.edu.au::40d57ee5-e640-46d8-b696-01b2cc68181c" providerId="AD" clId="Web-{A2F932E9-5DBD-8A36-4F20-44A709E34E4D}"/>
    <pc:docChg chg="addSld delSld modSld">
      <pc:chgData name="Shirish Kamble" userId="S::s4974055@uq.edu.au::40d57ee5-e640-46d8-b696-01b2cc68181c" providerId="AD" clId="Web-{A2F932E9-5DBD-8A36-4F20-44A709E34E4D}" dt="2026-08-24T11:08:26.459" v="556" actId="1076"/>
      <pc:docMkLst>
        <pc:docMk/>
      </pc:docMkLst>
      <pc:sldChg chg="addSp delSp modSp">
        <pc:chgData name="Shirish Kamble" userId="S::s4974055@uq.edu.au::40d57ee5-e640-46d8-b696-01b2cc68181c" providerId="AD" clId="Web-{A2F932E9-5DBD-8A36-4F20-44A709E34E4D}" dt="2026-08-24T09:30:10.718" v="87" actId="20577"/>
        <pc:sldMkLst>
          <pc:docMk/>
          <pc:sldMk cId="3291430269" sldId="256"/>
        </pc:sldMkLst>
        <pc:spChg chg="mod">
          <ac:chgData name="Shirish Kamble" userId="S::s4974055@uq.edu.au::40d57ee5-e640-46d8-b696-01b2cc68181c" providerId="AD" clId="Web-{A2F932E9-5DBD-8A36-4F20-44A709E34E4D}" dt="2026-08-24T09:24:21.153" v="66" actId="14100"/>
          <ac:spMkLst>
            <pc:docMk/>
            <pc:sldMk cId="3291430269" sldId="256"/>
            <ac:spMk id="2" creationId="{117233CE-08B6-7039-1406-43E434FA8F28}"/>
          </ac:spMkLst>
        </pc:spChg>
        <pc:spChg chg="del mod">
          <ac:chgData name="Shirish Kamble" userId="S::s4974055@uq.edu.au::40d57ee5-e640-46d8-b696-01b2cc68181c" providerId="AD" clId="Web-{A2F932E9-5DBD-8A36-4F20-44A709E34E4D}" dt="2026-08-24T09:18:50.212" v="29"/>
          <ac:spMkLst>
            <pc:docMk/>
            <pc:sldMk cId="3291430269" sldId="256"/>
            <ac:spMk id="4" creationId="{236C259C-FBB6-C6B1-C134-658F5EA67C8A}"/>
          </ac:spMkLst>
        </pc:spChg>
        <pc:spChg chg="mod">
          <ac:chgData name="Shirish Kamble" userId="S::s4974055@uq.edu.au::40d57ee5-e640-46d8-b696-01b2cc68181c" providerId="AD" clId="Web-{A2F932E9-5DBD-8A36-4F20-44A709E34E4D}" dt="2026-08-24T09:30:10.718" v="87" actId="20577"/>
          <ac:spMkLst>
            <pc:docMk/>
            <pc:sldMk cId="3291430269" sldId="256"/>
            <ac:spMk id="5" creationId="{E7ABDB73-4778-2DA8-77B6-7CABB5434089}"/>
          </ac:spMkLst>
        </pc:spChg>
        <pc:spChg chg="add mod ord">
          <ac:chgData name="Shirish Kamble" userId="S::s4974055@uq.edu.au::40d57ee5-e640-46d8-b696-01b2cc68181c" providerId="AD" clId="Web-{A2F932E9-5DBD-8A36-4F20-44A709E34E4D}" dt="2026-08-24T09:24:38.982" v="67"/>
          <ac:spMkLst>
            <pc:docMk/>
            <pc:sldMk cId="3291430269" sldId="256"/>
            <ac:spMk id="6" creationId="{8C8FAB89-BDB2-5DD6-4054-6301BA084982}"/>
          </ac:spMkLst>
        </pc:spChg>
        <pc:spChg chg="mod">
          <ac:chgData name="Shirish Kamble" userId="S::s4974055@uq.edu.au::40d57ee5-e640-46d8-b696-01b2cc68181c" providerId="AD" clId="Web-{A2F932E9-5DBD-8A36-4F20-44A709E34E4D}" dt="2026-08-24T09:18:43.118" v="28" actId="20577"/>
          <ac:spMkLst>
            <pc:docMk/>
            <pc:sldMk cId="3291430269" sldId="256"/>
            <ac:spMk id="7" creationId="{94440068-7C20-94CF-A5BA-D3A87FFC4B33}"/>
          </ac:spMkLst>
        </pc:spChg>
      </pc:sldChg>
      <pc:sldChg chg="modSp add del">
        <pc:chgData name="Shirish Kamble" userId="S::s4974055@uq.edu.au::40d57ee5-e640-46d8-b696-01b2cc68181c" providerId="AD" clId="Web-{A2F932E9-5DBD-8A36-4F20-44A709E34E4D}" dt="2026-08-24T10:35:54.754" v="419"/>
        <pc:sldMkLst>
          <pc:docMk/>
          <pc:sldMk cId="2037775068" sldId="257"/>
        </pc:sldMkLst>
        <pc:spChg chg="mod">
          <ac:chgData name="Shirish Kamble" userId="S::s4974055@uq.edu.au::40d57ee5-e640-46d8-b696-01b2cc68181c" providerId="AD" clId="Web-{A2F932E9-5DBD-8A36-4F20-44A709E34E4D}" dt="2026-08-24T09:23:48.653" v="62" actId="20577"/>
          <ac:spMkLst>
            <pc:docMk/>
            <pc:sldMk cId="2037775068" sldId="257"/>
            <ac:spMk id="2" creationId="{F196C71E-8565-3158-7386-4CFDAFBB06F2}"/>
          </ac:spMkLst>
        </pc:spChg>
        <pc:spChg chg="mod">
          <ac:chgData name="Shirish Kamble" userId="S::s4974055@uq.edu.au::40d57ee5-e640-46d8-b696-01b2cc68181c" providerId="AD" clId="Web-{A2F932E9-5DBD-8A36-4F20-44A709E34E4D}" dt="2026-08-24T09:25:05.575" v="68"/>
          <ac:spMkLst>
            <pc:docMk/>
            <pc:sldMk cId="2037775068" sldId="257"/>
            <ac:spMk id="18" creationId="{16C68B41-4C58-6D06-5166-1BC4D7F4F817}"/>
          </ac:spMkLst>
        </pc:spChg>
      </pc:sldChg>
      <pc:sldChg chg="modSp">
        <pc:chgData name="Shirish Kamble" userId="S::s4974055@uq.edu.au::40d57ee5-e640-46d8-b696-01b2cc68181c" providerId="AD" clId="Web-{A2F932E9-5DBD-8A36-4F20-44A709E34E4D}" dt="2026-08-24T09:37:23.516" v="130" actId="1076"/>
        <pc:sldMkLst>
          <pc:docMk/>
          <pc:sldMk cId="1016914343" sldId="264"/>
        </pc:sldMkLst>
        <pc:spChg chg="mod">
          <ac:chgData name="Shirish Kamble" userId="S::s4974055@uq.edu.au::40d57ee5-e640-46d8-b696-01b2cc68181c" providerId="AD" clId="Web-{A2F932E9-5DBD-8A36-4F20-44A709E34E4D}" dt="2026-08-24T09:35:43.297" v="113" actId="20577"/>
          <ac:spMkLst>
            <pc:docMk/>
            <pc:sldMk cId="1016914343" sldId="264"/>
            <ac:spMk id="3" creationId="{466B9E35-211B-BD86-A6C4-D7A34BA6BABB}"/>
          </ac:spMkLst>
        </pc:spChg>
        <pc:spChg chg="mod">
          <ac:chgData name="Shirish Kamble" userId="S::s4974055@uq.edu.au::40d57ee5-e640-46d8-b696-01b2cc68181c" providerId="AD" clId="Web-{A2F932E9-5DBD-8A36-4F20-44A709E34E4D}" dt="2026-08-24T09:36:20.797" v="118" actId="20577"/>
          <ac:spMkLst>
            <pc:docMk/>
            <pc:sldMk cId="1016914343" sldId="264"/>
            <ac:spMk id="4" creationId="{7A8C5ED4-7F4F-6733-46EF-6E0341AA0F49}"/>
          </ac:spMkLst>
        </pc:spChg>
        <pc:spChg chg="mod">
          <ac:chgData name="Shirish Kamble" userId="S::s4974055@uq.edu.au::40d57ee5-e640-46d8-b696-01b2cc68181c" providerId="AD" clId="Web-{A2F932E9-5DBD-8A36-4F20-44A709E34E4D}" dt="2026-08-24T09:36:45.719" v="124" actId="20577"/>
          <ac:spMkLst>
            <pc:docMk/>
            <pc:sldMk cId="1016914343" sldId="264"/>
            <ac:spMk id="6" creationId="{38295086-F2F9-C6DD-B89B-563F3C0A1CAA}"/>
          </ac:spMkLst>
        </pc:spChg>
        <pc:spChg chg="mod">
          <ac:chgData name="Shirish Kamble" userId="S::s4974055@uq.edu.au::40d57ee5-e640-46d8-b696-01b2cc68181c" providerId="AD" clId="Web-{A2F932E9-5DBD-8A36-4F20-44A709E34E4D}" dt="2026-08-24T09:37:23.485" v="129" actId="1076"/>
          <ac:spMkLst>
            <pc:docMk/>
            <pc:sldMk cId="1016914343" sldId="264"/>
            <ac:spMk id="7" creationId="{F84F0AFD-4CDD-E5AC-81C6-EE4DE0890866}"/>
          </ac:spMkLst>
        </pc:spChg>
        <pc:spChg chg="mod">
          <ac:chgData name="Shirish Kamble" userId="S::s4974055@uq.edu.au::40d57ee5-e640-46d8-b696-01b2cc68181c" providerId="AD" clId="Web-{A2F932E9-5DBD-8A36-4F20-44A709E34E4D}" dt="2026-08-24T09:37:23.516" v="130" actId="1076"/>
          <ac:spMkLst>
            <pc:docMk/>
            <pc:sldMk cId="1016914343" sldId="264"/>
            <ac:spMk id="8" creationId="{5807A84B-5973-1870-E205-7325E52EB97F}"/>
          </ac:spMkLst>
        </pc:spChg>
      </pc:sldChg>
      <pc:sldChg chg="addSp delSp modSp del">
        <pc:chgData name="Shirish Kamble" userId="S::s4974055@uq.edu.au::40d57ee5-e640-46d8-b696-01b2cc68181c" providerId="AD" clId="Web-{A2F932E9-5DBD-8A36-4F20-44A709E34E4D}" dt="2026-08-24T10:12:43.377" v="182"/>
        <pc:sldMkLst>
          <pc:docMk/>
          <pc:sldMk cId="2669147823" sldId="267"/>
        </pc:sldMkLst>
        <pc:spChg chg="mod">
          <ac:chgData name="Shirish Kamble" userId="S::s4974055@uq.edu.au::40d57ee5-e640-46d8-b696-01b2cc68181c" providerId="AD" clId="Web-{A2F932E9-5DBD-8A36-4F20-44A709E34E4D}" dt="2026-08-24T09:40:44.345" v="131" actId="1076"/>
          <ac:spMkLst>
            <pc:docMk/>
            <pc:sldMk cId="2669147823" sldId="267"/>
            <ac:spMk id="2" creationId="{FC0220E1-92BD-FA0B-B8B1-D52E70151329}"/>
          </ac:spMkLst>
        </pc:spChg>
        <pc:spChg chg="del">
          <ac:chgData name="Shirish Kamble" userId="S::s4974055@uq.edu.au::40d57ee5-e640-46d8-b696-01b2cc68181c" providerId="AD" clId="Web-{A2F932E9-5DBD-8A36-4F20-44A709E34E4D}" dt="2026-08-24T09:43:01.127" v="145"/>
          <ac:spMkLst>
            <pc:docMk/>
            <pc:sldMk cId="2669147823" sldId="267"/>
            <ac:spMk id="5" creationId="{F4145D74-F85C-8276-9D67-75FF0E9877CF}"/>
          </ac:spMkLst>
        </pc:spChg>
        <pc:spChg chg="mod">
          <ac:chgData name="Shirish Kamble" userId="S::s4974055@uq.edu.au::40d57ee5-e640-46d8-b696-01b2cc68181c" providerId="AD" clId="Web-{A2F932E9-5DBD-8A36-4F20-44A709E34E4D}" dt="2026-08-24T09:43:52.909" v="149" actId="20577"/>
          <ac:spMkLst>
            <pc:docMk/>
            <pc:sldMk cId="2669147823" sldId="267"/>
            <ac:spMk id="7" creationId="{8050B3F9-E044-FE64-0887-335EC38C381E}"/>
          </ac:spMkLst>
        </pc:spChg>
        <pc:spChg chg="add mod">
          <ac:chgData name="Shirish Kamble" userId="S::s4974055@uq.edu.au::40d57ee5-e640-46d8-b696-01b2cc68181c" providerId="AD" clId="Web-{A2F932E9-5DBD-8A36-4F20-44A709E34E4D}" dt="2026-08-24T10:12:35.064" v="181" actId="14100"/>
          <ac:spMkLst>
            <pc:docMk/>
            <pc:sldMk cId="2669147823" sldId="267"/>
            <ac:spMk id="8" creationId="{95AAEE75-81D9-88B0-85BE-A2E8E203B23F}"/>
          </ac:spMkLst>
        </pc:spChg>
        <pc:spChg chg="mod">
          <ac:chgData name="Shirish Kamble" userId="S::s4974055@uq.edu.au::40d57ee5-e640-46d8-b696-01b2cc68181c" providerId="AD" clId="Web-{A2F932E9-5DBD-8A36-4F20-44A709E34E4D}" dt="2026-08-24T10:11:23.721" v="169" actId="1076"/>
          <ac:spMkLst>
            <pc:docMk/>
            <pc:sldMk cId="2669147823" sldId="267"/>
            <ac:spMk id="10" creationId="{F825F0F8-4F99-3EB5-591A-CFA2FF3D146C}"/>
          </ac:spMkLst>
        </pc:spChg>
        <pc:spChg chg="mod">
          <ac:chgData name="Shirish Kamble" userId="S::s4974055@uq.edu.au::40d57ee5-e640-46d8-b696-01b2cc68181c" providerId="AD" clId="Web-{A2F932E9-5DBD-8A36-4F20-44A709E34E4D}" dt="2026-08-24T10:11:54.611" v="176" actId="1076"/>
          <ac:spMkLst>
            <pc:docMk/>
            <pc:sldMk cId="2669147823" sldId="267"/>
            <ac:spMk id="15" creationId="{55894067-B958-1011-14F0-3BF85F8AA865}"/>
          </ac:spMkLst>
        </pc:spChg>
        <pc:spChg chg="mod">
          <ac:chgData name="Shirish Kamble" userId="S::s4974055@uq.edu.au::40d57ee5-e640-46d8-b696-01b2cc68181c" providerId="AD" clId="Web-{A2F932E9-5DBD-8A36-4F20-44A709E34E4D}" dt="2026-08-24T10:11:29.674" v="170" actId="14100"/>
          <ac:spMkLst>
            <pc:docMk/>
            <pc:sldMk cId="2669147823" sldId="267"/>
            <ac:spMk id="25" creationId="{56501C58-8839-B03F-ADB8-3576ECBC669E}"/>
          </ac:spMkLst>
        </pc:spChg>
        <pc:spChg chg="mod">
          <ac:chgData name="Shirish Kamble" userId="S::s4974055@uq.edu.au::40d57ee5-e640-46d8-b696-01b2cc68181c" providerId="AD" clId="Web-{A2F932E9-5DBD-8A36-4F20-44A709E34E4D}" dt="2026-08-24T10:11:35.221" v="171" actId="1076"/>
          <ac:spMkLst>
            <pc:docMk/>
            <pc:sldMk cId="2669147823" sldId="267"/>
            <ac:spMk id="35" creationId="{8A531D50-7362-1783-0B8F-4DDD7B37C956}"/>
          </ac:spMkLst>
        </pc:spChg>
        <pc:picChg chg="mod">
          <ac:chgData name="Shirish Kamble" userId="S::s4974055@uq.edu.au::40d57ee5-e640-46d8-b696-01b2cc68181c" providerId="AD" clId="Web-{A2F932E9-5DBD-8A36-4F20-44A709E34E4D}" dt="2026-08-24T09:43:36.784" v="148" actId="1076"/>
          <ac:picMkLst>
            <pc:docMk/>
            <pc:sldMk cId="2669147823" sldId="267"/>
            <ac:picMk id="9" creationId="{00CEE301-50B9-FAB9-AB47-9907AD725222}"/>
          </ac:picMkLst>
        </pc:picChg>
        <pc:picChg chg="mod">
          <ac:chgData name="Shirish Kamble" userId="S::s4974055@uq.edu.au::40d57ee5-e640-46d8-b696-01b2cc68181c" providerId="AD" clId="Web-{A2F932E9-5DBD-8A36-4F20-44A709E34E4D}" dt="2026-08-24T10:11:58.080" v="177" actId="1076"/>
          <ac:picMkLst>
            <pc:docMk/>
            <pc:sldMk cId="2669147823" sldId="267"/>
            <ac:picMk id="13" creationId="{9F31A8EA-0EEC-CB3B-5ACE-F8F55D7587A1}"/>
          </ac:picMkLst>
        </pc:picChg>
        <pc:inkChg chg="add mod">
          <ac:chgData name="Shirish Kamble" userId="S::s4974055@uq.edu.au::40d57ee5-e640-46d8-b696-01b2cc68181c" providerId="AD" clId="Web-{A2F932E9-5DBD-8A36-4F20-44A709E34E4D}" dt="2026-08-24T10:11:46.642" v="175" actId="1076"/>
          <ac:inkMkLst>
            <pc:docMk/>
            <pc:sldMk cId="2669147823" sldId="267"/>
            <ac:inkMk id="5" creationId="{60051991-B6AD-C3CD-F3DE-980443FFA908}"/>
          </ac:inkMkLst>
        </pc:inkChg>
        <pc:inkChg chg="del">
          <ac:chgData name="Shirish Kamble" userId="S::s4974055@uq.edu.au::40d57ee5-e640-46d8-b696-01b2cc68181c" providerId="AD" clId="Web-{A2F932E9-5DBD-8A36-4F20-44A709E34E4D}" dt="2026-08-24T09:44:08.487" v="151"/>
          <ac:inkMkLst>
            <pc:docMk/>
            <pc:sldMk cId="2669147823" sldId="267"/>
            <ac:inkMk id="41" creationId="{FA8AF820-6F80-6E35-6799-083F75973856}"/>
          </ac:inkMkLst>
        </pc:inkChg>
        <pc:inkChg chg="mod">
          <ac:chgData name="Shirish Kamble" userId="S::s4974055@uq.edu.au::40d57ee5-e640-46d8-b696-01b2cc68181c" providerId="AD" clId="Web-{A2F932E9-5DBD-8A36-4F20-44A709E34E4D}" dt="2026-08-24T10:11:41.299" v="173" actId="1076"/>
          <ac:inkMkLst>
            <pc:docMk/>
            <pc:sldMk cId="2669147823" sldId="267"/>
            <ac:inkMk id="44" creationId="{AFBF1A90-40D9-8318-A1AC-8F430564AB8B}"/>
          </ac:inkMkLst>
        </pc:inkChg>
      </pc:sldChg>
      <pc:sldChg chg="delSp modSp">
        <pc:chgData name="Shirish Kamble" userId="S::s4974055@uq.edu.au::40d57ee5-e640-46d8-b696-01b2cc68181c" providerId="AD" clId="Web-{A2F932E9-5DBD-8A36-4F20-44A709E34E4D}" dt="2026-08-24T11:08:26.459" v="556" actId="1076"/>
        <pc:sldMkLst>
          <pc:docMk/>
          <pc:sldMk cId="0" sldId="269"/>
        </pc:sldMkLst>
        <pc:spChg chg="mod">
          <ac:chgData name="Shirish Kamble" userId="S::s4974055@uq.edu.au::40d57ee5-e640-46d8-b696-01b2cc68181c" providerId="AD" clId="Web-{A2F932E9-5DBD-8A36-4F20-44A709E34E4D}" dt="2026-08-24T09:35:32.688" v="112" actId="20577"/>
          <ac:spMkLst>
            <pc:docMk/>
            <pc:sldMk cId="0" sldId="269"/>
            <ac:spMk id="3" creationId="{00000000-0000-0000-0000-000000000000}"/>
          </ac:spMkLst>
        </pc:spChg>
        <pc:spChg chg="mod">
          <ac:chgData name="Shirish Kamble" userId="S::s4974055@uq.edu.au::40d57ee5-e640-46d8-b696-01b2cc68181c" providerId="AD" clId="Web-{A2F932E9-5DBD-8A36-4F20-44A709E34E4D}" dt="2026-08-24T11:07:52.832" v="540" actId="1076"/>
          <ac:spMkLst>
            <pc:docMk/>
            <pc:sldMk cId="0" sldId="269"/>
            <ac:spMk id="4" creationId="{00000000-0000-0000-0000-000000000000}"/>
          </ac:spMkLst>
        </pc:spChg>
        <pc:spChg chg="mod">
          <ac:chgData name="Shirish Kamble" userId="S::s4974055@uq.edu.au::40d57ee5-e640-46d8-b696-01b2cc68181c" providerId="AD" clId="Web-{A2F932E9-5DBD-8A36-4F20-44A709E34E4D}" dt="2026-08-24T10:39:52.364" v="513" actId="20577"/>
          <ac:spMkLst>
            <pc:docMk/>
            <pc:sldMk cId="0" sldId="269"/>
            <ac:spMk id="28" creationId="{00000000-0000-0000-0000-000000000000}"/>
          </ac:spMkLst>
        </pc:spChg>
        <pc:spChg chg="mod">
          <ac:chgData name="Shirish Kamble" userId="S::s4974055@uq.edu.au::40d57ee5-e640-46d8-b696-01b2cc68181c" providerId="AD" clId="Web-{A2F932E9-5DBD-8A36-4F20-44A709E34E4D}" dt="2026-08-24T11:07:52.848" v="541" actId="1076"/>
          <ac:spMkLst>
            <pc:docMk/>
            <pc:sldMk cId="0" sldId="269"/>
            <ac:spMk id="29" creationId="{1D5084C3-2E25-05CB-BC86-933C87DCE8AD}"/>
          </ac:spMkLst>
        </pc:spChg>
        <pc:spChg chg="mod">
          <ac:chgData name="Shirish Kamble" userId="S::s4974055@uq.edu.au::40d57ee5-e640-46d8-b696-01b2cc68181c" providerId="AD" clId="Web-{A2F932E9-5DBD-8A36-4F20-44A709E34E4D}" dt="2026-08-24T11:07:52.863" v="542" actId="1076"/>
          <ac:spMkLst>
            <pc:docMk/>
            <pc:sldMk cId="0" sldId="269"/>
            <ac:spMk id="30" creationId="{C55DB5AD-CC8F-A15C-082B-41A49C373DCF}"/>
          </ac:spMkLst>
        </pc:spChg>
        <pc:spChg chg="mod">
          <ac:chgData name="Shirish Kamble" userId="S::s4974055@uq.edu.au::40d57ee5-e640-46d8-b696-01b2cc68181c" providerId="AD" clId="Web-{A2F932E9-5DBD-8A36-4F20-44A709E34E4D}" dt="2026-08-24T11:07:52.879" v="543" actId="1076"/>
          <ac:spMkLst>
            <pc:docMk/>
            <pc:sldMk cId="0" sldId="269"/>
            <ac:spMk id="31" creationId="{30F1DA13-59B8-496B-BA5C-D5BB931601C5}"/>
          </ac:spMkLst>
        </pc:spChg>
        <pc:spChg chg="mod">
          <ac:chgData name="Shirish Kamble" userId="S::s4974055@uq.edu.au::40d57ee5-e640-46d8-b696-01b2cc68181c" providerId="AD" clId="Web-{A2F932E9-5DBD-8A36-4F20-44A709E34E4D}" dt="2026-08-24T11:07:52.895" v="544" actId="1076"/>
          <ac:spMkLst>
            <pc:docMk/>
            <pc:sldMk cId="0" sldId="269"/>
            <ac:spMk id="32" creationId="{EA58B624-3D1D-0988-1522-B143AC4E9214}"/>
          </ac:spMkLst>
        </pc:spChg>
        <pc:spChg chg="mod">
          <ac:chgData name="Shirish Kamble" userId="S::s4974055@uq.edu.au::40d57ee5-e640-46d8-b696-01b2cc68181c" providerId="AD" clId="Web-{A2F932E9-5DBD-8A36-4F20-44A709E34E4D}" dt="2026-08-24T11:07:52.910" v="545" actId="1076"/>
          <ac:spMkLst>
            <pc:docMk/>
            <pc:sldMk cId="0" sldId="269"/>
            <ac:spMk id="33" creationId="{E60397A1-C0C1-0691-58A4-C09B6AE7F747}"/>
          </ac:spMkLst>
        </pc:spChg>
        <pc:spChg chg="mod">
          <ac:chgData name="Shirish Kamble" userId="S::s4974055@uq.edu.au::40d57ee5-e640-46d8-b696-01b2cc68181c" providerId="AD" clId="Web-{A2F932E9-5DBD-8A36-4F20-44A709E34E4D}" dt="2026-08-24T11:07:52.910" v="546" actId="1076"/>
          <ac:spMkLst>
            <pc:docMk/>
            <pc:sldMk cId="0" sldId="269"/>
            <ac:spMk id="34" creationId="{887321C1-79E0-C2F9-B23A-6583FC8C10DC}"/>
          </ac:spMkLst>
        </pc:spChg>
        <pc:spChg chg="mod">
          <ac:chgData name="Shirish Kamble" userId="S::s4974055@uq.edu.au::40d57ee5-e640-46d8-b696-01b2cc68181c" providerId="AD" clId="Web-{A2F932E9-5DBD-8A36-4F20-44A709E34E4D}" dt="2026-08-24T11:08:26.412" v="553" actId="1076"/>
          <ac:spMkLst>
            <pc:docMk/>
            <pc:sldMk cId="0" sldId="269"/>
            <ac:spMk id="47" creationId="{47703890-7A44-73D9-3B26-96B99BAA9B40}"/>
          </ac:spMkLst>
        </pc:spChg>
        <pc:spChg chg="mod">
          <ac:chgData name="Shirish Kamble" userId="S::s4974055@uq.edu.au::40d57ee5-e640-46d8-b696-01b2cc68181c" providerId="AD" clId="Web-{A2F932E9-5DBD-8A36-4F20-44A709E34E4D}" dt="2026-08-24T11:08:26.427" v="554" actId="1076"/>
          <ac:spMkLst>
            <pc:docMk/>
            <pc:sldMk cId="0" sldId="269"/>
            <ac:spMk id="48" creationId="{9507257A-14E3-12D5-7823-9BABBF0872AB}"/>
          </ac:spMkLst>
        </pc:spChg>
        <pc:spChg chg="mod">
          <ac:chgData name="Shirish Kamble" userId="S::s4974055@uq.edu.au::40d57ee5-e640-46d8-b696-01b2cc68181c" providerId="AD" clId="Web-{A2F932E9-5DBD-8A36-4F20-44A709E34E4D}" dt="2026-08-24T11:08:26.443" v="555" actId="1076"/>
          <ac:spMkLst>
            <pc:docMk/>
            <pc:sldMk cId="0" sldId="269"/>
            <ac:spMk id="49" creationId="{AC63FB01-69A7-A607-27B5-9A8E8698CF6D}"/>
          </ac:spMkLst>
        </pc:spChg>
        <pc:spChg chg="mod">
          <ac:chgData name="Shirish Kamble" userId="S::s4974055@uq.edu.au::40d57ee5-e640-46d8-b696-01b2cc68181c" providerId="AD" clId="Web-{A2F932E9-5DBD-8A36-4F20-44A709E34E4D}" dt="2026-08-24T11:08:26.459" v="556" actId="1076"/>
          <ac:spMkLst>
            <pc:docMk/>
            <pc:sldMk cId="0" sldId="269"/>
            <ac:spMk id="50" creationId="{88B2AB1B-0B05-178C-7625-EBD56DE2C4D7}"/>
          </ac:spMkLst>
        </pc:spChg>
        <pc:picChg chg="mod">
          <ac:chgData name="Shirish Kamble" userId="S::s4974055@uq.edu.au::40d57ee5-e640-46d8-b696-01b2cc68181c" providerId="AD" clId="Web-{A2F932E9-5DBD-8A36-4F20-44A709E34E4D}" dt="2026-08-24T11:07:52.926" v="547" actId="1076"/>
          <ac:picMkLst>
            <pc:docMk/>
            <pc:sldMk cId="0" sldId="269"/>
            <ac:picMk id="35" creationId="{89D42D55-6795-95A2-2806-4CAAE045D772}"/>
          </ac:picMkLst>
        </pc:picChg>
        <pc:picChg chg="mod">
          <ac:chgData name="Shirish Kamble" userId="S::s4974055@uq.edu.au::40d57ee5-e640-46d8-b696-01b2cc68181c" providerId="AD" clId="Web-{A2F932E9-5DBD-8A36-4F20-44A709E34E4D}" dt="2026-08-24T11:07:52.942" v="548" actId="1076"/>
          <ac:picMkLst>
            <pc:docMk/>
            <pc:sldMk cId="0" sldId="269"/>
            <ac:picMk id="40" creationId="{7CF8BE69-3F11-FF55-2B7E-30B16E2E4F58}"/>
          </ac:picMkLst>
        </pc:picChg>
        <pc:picChg chg="mod">
          <ac:chgData name="Shirish Kamble" userId="S::s4974055@uq.edu.au::40d57ee5-e640-46d8-b696-01b2cc68181c" providerId="AD" clId="Web-{A2F932E9-5DBD-8A36-4F20-44A709E34E4D}" dt="2026-08-24T11:07:52.957" v="549" actId="1076"/>
          <ac:picMkLst>
            <pc:docMk/>
            <pc:sldMk cId="0" sldId="269"/>
            <ac:picMk id="41" creationId="{4CE47683-4D52-1891-F50C-564B87736F52}"/>
          </ac:picMkLst>
        </pc:picChg>
        <pc:picChg chg="mod">
          <ac:chgData name="Shirish Kamble" userId="S::s4974055@uq.edu.au::40d57ee5-e640-46d8-b696-01b2cc68181c" providerId="AD" clId="Web-{A2F932E9-5DBD-8A36-4F20-44A709E34E4D}" dt="2026-08-24T11:07:52.957" v="550" actId="1076"/>
          <ac:picMkLst>
            <pc:docMk/>
            <pc:sldMk cId="0" sldId="269"/>
            <ac:picMk id="42" creationId="{BBB70890-28D2-B9F0-858B-85F51B6B8B0F}"/>
          </ac:picMkLst>
        </pc:picChg>
        <pc:picChg chg="mod">
          <ac:chgData name="Shirish Kamble" userId="S::s4974055@uq.edu.au::40d57ee5-e640-46d8-b696-01b2cc68181c" providerId="AD" clId="Web-{A2F932E9-5DBD-8A36-4F20-44A709E34E4D}" dt="2026-08-24T11:07:52.973" v="551" actId="1076"/>
          <ac:picMkLst>
            <pc:docMk/>
            <pc:sldMk cId="0" sldId="269"/>
            <ac:picMk id="44" creationId="{FABD356E-6254-37CF-AA13-75BE26116C61}"/>
          </ac:picMkLst>
        </pc:picChg>
        <pc:picChg chg="mod">
          <ac:chgData name="Shirish Kamble" userId="S::s4974055@uq.edu.au::40d57ee5-e640-46d8-b696-01b2cc68181c" providerId="AD" clId="Web-{A2F932E9-5DBD-8A36-4F20-44A709E34E4D}" dt="2026-08-24T11:07:52.988" v="552" actId="1076"/>
          <ac:picMkLst>
            <pc:docMk/>
            <pc:sldMk cId="0" sldId="269"/>
            <ac:picMk id="46" creationId="{6E8B5301-BC2A-EFC3-DADB-8B10EC72D443}"/>
          </ac:picMkLst>
        </pc:picChg>
        <pc:cxnChg chg="del">
          <ac:chgData name="Shirish Kamble" userId="S::s4974055@uq.edu.au::40d57ee5-e640-46d8-b696-01b2cc68181c" providerId="AD" clId="Web-{A2F932E9-5DBD-8A36-4F20-44A709E34E4D}" dt="2026-08-24T10:37:02.801" v="420"/>
          <ac:cxnSpMkLst>
            <pc:docMk/>
            <pc:sldMk cId="0" sldId="269"/>
            <ac:cxnSpMk id="5" creationId="{2B9CF8AE-1C63-855E-86B8-72D9E784FE66}"/>
          </ac:cxnSpMkLst>
        </pc:cxnChg>
        <pc:cxnChg chg="del">
          <ac:chgData name="Shirish Kamble" userId="S::s4974055@uq.edu.au::40d57ee5-e640-46d8-b696-01b2cc68181c" providerId="AD" clId="Web-{A2F932E9-5DBD-8A36-4F20-44A709E34E4D}" dt="2026-08-24T10:37:05.364" v="421"/>
          <ac:cxnSpMkLst>
            <pc:docMk/>
            <pc:sldMk cId="0" sldId="269"/>
            <ac:cxnSpMk id="6" creationId="{B4DD0887-7A31-3877-8373-CD8AE0C81694}"/>
          </ac:cxnSpMkLst>
        </pc:cxnChg>
      </pc:sldChg>
      <pc:sldChg chg="addSp delSp modSp add replId">
        <pc:chgData name="Shirish Kamble" userId="S::s4974055@uq.edu.au::40d57ee5-e640-46d8-b696-01b2cc68181c" providerId="AD" clId="Web-{A2F932E9-5DBD-8A36-4F20-44A709E34E4D}" dt="2026-08-24T10:38:18.754" v="475" actId="20577"/>
        <pc:sldMkLst>
          <pc:docMk/>
          <pc:sldMk cId="2923001498" sldId="271"/>
        </pc:sldMkLst>
        <pc:spChg chg="mod">
          <ac:chgData name="Shirish Kamble" userId="S::s4974055@uq.edu.au::40d57ee5-e640-46d8-b696-01b2cc68181c" providerId="AD" clId="Web-{A2F932E9-5DBD-8A36-4F20-44A709E34E4D}" dt="2026-08-24T10:37:31.473" v="422" actId="1076"/>
          <ac:spMkLst>
            <pc:docMk/>
            <pc:sldMk cId="2923001498" sldId="271"/>
            <ac:spMk id="2" creationId="{F579D6A2-B84E-8716-64DD-2EF3EFAB9583}"/>
          </ac:spMkLst>
        </pc:spChg>
        <pc:spChg chg="del mod">
          <ac:chgData name="Shirish Kamble" userId="S::s4974055@uq.edu.au::40d57ee5-e640-46d8-b696-01b2cc68181c" providerId="AD" clId="Web-{A2F932E9-5DBD-8A36-4F20-44A709E34E4D}" dt="2026-08-24T10:26:56.972" v="291"/>
          <ac:spMkLst>
            <pc:docMk/>
            <pc:sldMk cId="2923001498" sldId="271"/>
            <ac:spMk id="6" creationId="{E7A83AB1-9892-D612-5F9F-E2831AE6B924}"/>
          </ac:spMkLst>
        </pc:spChg>
        <pc:spChg chg="del mod">
          <ac:chgData name="Shirish Kamble" userId="S::s4974055@uq.edu.au::40d57ee5-e640-46d8-b696-01b2cc68181c" providerId="AD" clId="Web-{A2F932E9-5DBD-8A36-4F20-44A709E34E4D}" dt="2026-08-24T10:28:48.957" v="334"/>
          <ac:spMkLst>
            <pc:docMk/>
            <pc:sldMk cId="2923001498" sldId="271"/>
            <ac:spMk id="7" creationId="{074CECEC-E281-87CB-EDB2-CAAB1288D9E1}"/>
          </ac:spMkLst>
        </pc:spChg>
        <pc:spChg chg="del mod">
          <ac:chgData name="Shirish Kamble" userId="S::s4974055@uq.edu.au::40d57ee5-e640-46d8-b696-01b2cc68181c" providerId="AD" clId="Web-{A2F932E9-5DBD-8A36-4F20-44A709E34E4D}" dt="2026-08-24T10:27:27.332" v="310"/>
          <ac:spMkLst>
            <pc:docMk/>
            <pc:sldMk cId="2923001498" sldId="271"/>
            <ac:spMk id="8" creationId="{159B7C7E-6DA5-FAFC-2D58-488E007C3069}"/>
          </ac:spMkLst>
        </pc:spChg>
        <pc:spChg chg="del mod">
          <ac:chgData name="Shirish Kamble" userId="S::s4974055@uq.edu.au::40d57ee5-e640-46d8-b696-01b2cc68181c" providerId="AD" clId="Web-{A2F932E9-5DBD-8A36-4F20-44A709E34E4D}" dt="2026-08-24T10:28:04.269" v="321"/>
          <ac:spMkLst>
            <pc:docMk/>
            <pc:sldMk cId="2923001498" sldId="271"/>
            <ac:spMk id="9" creationId="{EF69CD0B-D316-9241-F4AF-C4B85B7955E9}"/>
          </ac:spMkLst>
        </pc:spChg>
        <pc:spChg chg="del mod">
          <ac:chgData name="Shirish Kamble" userId="S::s4974055@uq.edu.au::40d57ee5-e640-46d8-b696-01b2cc68181c" providerId="AD" clId="Web-{A2F932E9-5DBD-8A36-4F20-44A709E34E4D}" dt="2026-08-24T10:26:59.691" v="292"/>
          <ac:spMkLst>
            <pc:docMk/>
            <pc:sldMk cId="2923001498" sldId="271"/>
            <ac:spMk id="10" creationId="{7F17DD74-BF63-4824-F6C0-A9F298E57647}"/>
          </ac:spMkLst>
        </pc:spChg>
        <pc:spChg chg="mod">
          <ac:chgData name="Shirish Kamble" userId="S::s4974055@uq.edu.au::40d57ee5-e640-46d8-b696-01b2cc68181c" providerId="AD" clId="Web-{A2F932E9-5DBD-8A36-4F20-44A709E34E4D}" dt="2026-08-24T10:30:46.269" v="351" actId="1076"/>
          <ac:spMkLst>
            <pc:docMk/>
            <pc:sldMk cId="2923001498" sldId="271"/>
            <ac:spMk id="12" creationId="{EACBFA5E-DFD4-C199-90ED-08DAC61ACB7B}"/>
          </ac:spMkLst>
        </pc:spChg>
        <pc:spChg chg="mod">
          <ac:chgData name="Shirish Kamble" userId="S::s4974055@uq.edu.au::40d57ee5-e640-46d8-b696-01b2cc68181c" providerId="AD" clId="Web-{A2F932E9-5DBD-8A36-4F20-44A709E34E4D}" dt="2026-08-24T10:30:46.285" v="352" actId="1076"/>
          <ac:spMkLst>
            <pc:docMk/>
            <pc:sldMk cId="2923001498" sldId="271"/>
            <ac:spMk id="14" creationId="{4B568AEF-83A8-C31F-00B7-2E2E8ECC9B1E}"/>
          </ac:spMkLst>
        </pc:spChg>
        <pc:spChg chg="mod">
          <ac:chgData name="Shirish Kamble" userId="S::s4974055@uq.edu.au::40d57ee5-e640-46d8-b696-01b2cc68181c" providerId="AD" clId="Web-{A2F932E9-5DBD-8A36-4F20-44A709E34E4D}" dt="2026-08-24T10:32:09.035" v="363" actId="1076"/>
          <ac:spMkLst>
            <pc:docMk/>
            <pc:sldMk cId="2923001498" sldId="271"/>
            <ac:spMk id="16" creationId="{AF41C1CB-1E48-DE44-4794-E9793B2A0BFD}"/>
          </ac:spMkLst>
        </pc:spChg>
        <pc:spChg chg="mod">
          <ac:chgData name="Shirish Kamble" userId="S::s4974055@uq.edu.au::40d57ee5-e640-46d8-b696-01b2cc68181c" providerId="AD" clId="Web-{A2F932E9-5DBD-8A36-4F20-44A709E34E4D}" dt="2026-08-24T10:30:46.301" v="354" actId="1076"/>
          <ac:spMkLst>
            <pc:docMk/>
            <pc:sldMk cId="2923001498" sldId="271"/>
            <ac:spMk id="18" creationId="{F54E1404-84BE-5014-D154-51D331DB59C9}"/>
          </ac:spMkLst>
        </pc:spChg>
        <pc:spChg chg="mod">
          <ac:chgData name="Shirish Kamble" userId="S::s4974055@uq.edu.au::40d57ee5-e640-46d8-b696-01b2cc68181c" providerId="AD" clId="Web-{A2F932E9-5DBD-8A36-4F20-44A709E34E4D}" dt="2026-08-24T10:30:46.301" v="355" actId="1076"/>
          <ac:spMkLst>
            <pc:docMk/>
            <pc:sldMk cId="2923001498" sldId="271"/>
            <ac:spMk id="20" creationId="{EC600E1E-A005-3C06-D39E-D6CFF86C716A}"/>
          </ac:spMkLst>
        </pc:spChg>
        <pc:spChg chg="del mod">
          <ac:chgData name="Shirish Kamble" userId="S::s4974055@uq.edu.au::40d57ee5-e640-46d8-b696-01b2cc68181c" providerId="AD" clId="Web-{A2F932E9-5DBD-8A36-4F20-44A709E34E4D}" dt="2026-08-24T10:28:07.863" v="323"/>
          <ac:spMkLst>
            <pc:docMk/>
            <pc:sldMk cId="2923001498" sldId="271"/>
            <ac:spMk id="22" creationId="{88E80DE3-F5F4-58CC-9FE2-66944A8DD680}"/>
          </ac:spMkLst>
        </pc:spChg>
        <pc:spChg chg="del mod">
          <ac:chgData name="Shirish Kamble" userId="S::s4974055@uq.edu.au::40d57ee5-e640-46d8-b696-01b2cc68181c" providerId="AD" clId="Web-{A2F932E9-5DBD-8A36-4F20-44A709E34E4D}" dt="2026-08-24T10:28:06.753" v="322"/>
          <ac:spMkLst>
            <pc:docMk/>
            <pc:sldMk cId="2923001498" sldId="271"/>
            <ac:spMk id="24" creationId="{8D80BF53-D5A2-EEA7-7B08-AD2F4B357BD4}"/>
          </ac:spMkLst>
        </pc:spChg>
        <pc:spChg chg="del mod">
          <ac:chgData name="Shirish Kamble" userId="S::s4974055@uq.edu.au::40d57ee5-e640-46d8-b696-01b2cc68181c" providerId="AD" clId="Web-{A2F932E9-5DBD-8A36-4F20-44A709E34E4D}" dt="2026-08-24T10:28:48.957" v="333"/>
          <ac:spMkLst>
            <pc:docMk/>
            <pc:sldMk cId="2923001498" sldId="271"/>
            <ac:spMk id="26" creationId="{C0F9C10F-6A7C-4BC5-9415-CE53797A3D28}"/>
          </ac:spMkLst>
        </pc:spChg>
        <pc:spChg chg="add mod">
          <ac:chgData name="Shirish Kamble" userId="S::s4974055@uq.edu.au::40d57ee5-e640-46d8-b696-01b2cc68181c" providerId="AD" clId="Web-{A2F932E9-5DBD-8A36-4F20-44A709E34E4D}" dt="2026-08-24T10:32:57.082" v="400" actId="1076"/>
          <ac:spMkLst>
            <pc:docMk/>
            <pc:sldMk cId="2923001498" sldId="271"/>
            <ac:spMk id="29" creationId="{0527C9ED-93E9-EEC9-7D3E-DCC4429C497E}"/>
          </ac:spMkLst>
        </pc:spChg>
        <pc:spChg chg="add mod">
          <ac:chgData name="Shirish Kamble" userId="S::s4974055@uq.edu.au::40d57ee5-e640-46d8-b696-01b2cc68181c" providerId="AD" clId="Web-{A2F932E9-5DBD-8A36-4F20-44A709E34E4D}" dt="2026-08-24T10:32:57.098" v="401" actId="1076"/>
          <ac:spMkLst>
            <pc:docMk/>
            <pc:sldMk cId="2923001498" sldId="271"/>
            <ac:spMk id="32" creationId="{D5D26A9B-2C7E-695F-25C0-291BC6E85BF4}"/>
          </ac:spMkLst>
        </pc:spChg>
        <pc:spChg chg="add mod">
          <ac:chgData name="Shirish Kamble" userId="S::s4974055@uq.edu.au::40d57ee5-e640-46d8-b696-01b2cc68181c" providerId="AD" clId="Web-{A2F932E9-5DBD-8A36-4F20-44A709E34E4D}" dt="2026-08-24T10:33:05.785" v="410" actId="1076"/>
          <ac:spMkLst>
            <pc:docMk/>
            <pc:sldMk cId="2923001498" sldId="271"/>
            <ac:spMk id="33" creationId="{E1A12367-D04B-5589-5955-0650D95AD1CF}"/>
          </ac:spMkLst>
        </pc:spChg>
        <pc:spChg chg="add mod">
          <ac:chgData name="Shirish Kamble" userId="S::s4974055@uq.edu.au::40d57ee5-e640-46d8-b696-01b2cc68181c" providerId="AD" clId="Web-{A2F932E9-5DBD-8A36-4F20-44A709E34E4D}" dt="2026-08-24T10:32:57.113" v="403" actId="1076"/>
          <ac:spMkLst>
            <pc:docMk/>
            <pc:sldMk cId="2923001498" sldId="271"/>
            <ac:spMk id="34" creationId="{EDAE75C6-1FF1-1E07-0AFB-A58775825B87}"/>
          </ac:spMkLst>
        </pc:spChg>
        <pc:spChg chg="add mod">
          <ac:chgData name="Shirish Kamble" userId="S::s4974055@uq.edu.au::40d57ee5-e640-46d8-b696-01b2cc68181c" providerId="AD" clId="Web-{A2F932E9-5DBD-8A36-4F20-44A709E34E4D}" dt="2026-08-24T10:33:02.363" v="409" actId="1076"/>
          <ac:spMkLst>
            <pc:docMk/>
            <pc:sldMk cId="2923001498" sldId="271"/>
            <ac:spMk id="35" creationId="{C2F213C5-F63A-095E-68FF-2238B9FAF00B}"/>
          </ac:spMkLst>
        </pc:spChg>
        <pc:spChg chg="add mod">
          <ac:chgData name="Shirish Kamble" userId="S::s4974055@uq.edu.au::40d57ee5-e640-46d8-b696-01b2cc68181c" providerId="AD" clId="Web-{A2F932E9-5DBD-8A36-4F20-44A709E34E4D}" dt="2026-08-24T10:32:57.129" v="405" actId="1076"/>
          <ac:spMkLst>
            <pc:docMk/>
            <pc:sldMk cId="2923001498" sldId="271"/>
            <ac:spMk id="36" creationId="{DCC3AD4E-C5A4-D3F9-2859-56E9A595F217}"/>
          </ac:spMkLst>
        </pc:spChg>
        <pc:spChg chg="add mod">
          <ac:chgData name="Shirish Kamble" userId="S::s4974055@uq.edu.au::40d57ee5-e640-46d8-b696-01b2cc68181c" providerId="AD" clId="Web-{A2F932E9-5DBD-8A36-4F20-44A709E34E4D}" dt="2026-08-24T10:32:57.145" v="406" actId="1076"/>
          <ac:spMkLst>
            <pc:docMk/>
            <pc:sldMk cId="2923001498" sldId="271"/>
            <ac:spMk id="37" creationId="{DBD802F3-C15E-E0C5-BFF7-B20D1C4CF144}"/>
          </ac:spMkLst>
        </pc:spChg>
        <pc:spChg chg="add mod">
          <ac:chgData name="Shirish Kamble" userId="S::s4974055@uq.edu.au::40d57ee5-e640-46d8-b696-01b2cc68181c" providerId="AD" clId="Web-{A2F932E9-5DBD-8A36-4F20-44A709E34E4D}" dt="2026-08-24T10:32:57.145" v="407" actId="1076"/>
          <ac:spMkLst>
            <pc:docMk/>
            <pc:sldMk cId="2923001498" sldId="271"/>
            <ac:spMk id="38" creationId="{1CEE587F-378E-6BDB-FFAC-C5381C20B932}"/>
          </ac:spMkLst>
        </pc:spChg>
        <pc:spChg chg="add mod">
          <ac:chgData name="Shirish Kamble" userId="S::s4974055@uq.edu.au::40d57ee5-e640-46d8-b696-01b2cc68181c" providerId="AD" clId="Web-{A2F932E9-5DBD-8A36-4F20-44A709E34E4D}" dt="2026-08-24T10:32:57.160" v="408" actId="1076"/>
          <ac:spMkLst>
            <pc:docMk/>
            <pc:sldMk cId="2923001498" sldId="271"/>
            <ac:spMk id="39" creationId="{2F1A1432-DB48-DA7F-3F1F-DEB9AC597FF3}"/>
          </ac:spMkLst>
        </pc:spChg>
        <pc:spChg chg="add del ord">
          <ac:chgData name="Shirish Kamble" userId="S::s4974055@uq.edu.au::40d57ee5-e640-46d8-b696-01b2cc68181c" providerId="AD" clId="Web-{A2F932E9-5DBD-8A36-4F20-44A709E34E4D}" dt="2026-08-24T10:34:16.817" v="417"/>
          <ac:spMkLst>
            <pc:docMk/>
            <pc:sldMk cId="2923001498" sldId="271"/>
            <ac:spMk id="42" creationId="{79941992-BABB-9228-2CAD-3C5D206FD6B9}"/>
          </ac:spMkLst>
        </pc:spChg>
        <pc:spChg chg="add mod">
          <ac:chgData name="Shirish Kamble" userId="S::s4974055@uq.edu.au::40d57ee5-e640-46d8-b696-01b2cc68181c" providerId="AD" clId="Web-{A2F932E9-5DBD-8A36-4F20-44A709E34E4D}" dt="2026-08-24T10:38:18.754" v="475" actId="20577"/>
          <ac:spMkLst>
            <pc:docMk/>
            <pc:sldMk cId="2923001498" sldId="271"/>
            <ac:spMk id="44" creationId="{AF3A04CE-67E2-3816-0D56-252B102F74DE}"/>
          </ac:spMkLst>
        </pc:spChg>
        <pc:grpChg chg="add mod">
          <ac:chgData name="Shirish Kamble" userId="S::s4974055@uq.edu.au::40d57ee5-e640-46d8-b696-01b2cc68181c" providerId="AD" clId="Web-{A2F932E9-5DBD-8A36-4F20-44A709E34E4D}" dt="2026-08-24T10:30:46.332" v="357" actId="1076"/>
          <ac:grpSpMkLst>
            <pc:docMk/>
            <pc:sldMk cId="2923001498" sldId="271"/>
            <ac:grpSpMk id="25" creationId="{DED887E5-8FA7-F817-274E-63C20509A213}"/>
          </ac:grpSpMkLst>
        </pc:grpChg>
        <pc:grpChg chg="add mod">
          <ac:chgData name="Shirish Kamble" userId="S::s4974055@uq.edu.au::40d57ee5-e640-46d8-b696-01b2cc68181c" providerId="AD" clId="Web-{A2F932E9-5DBD-8A36-4F20-44A709E34E4D}" dt="2026-08-24T10:31:35.160" v="362" actId="1076"/>
          <ac:grpSpMkLst>
            <pc:docMk/>
            <pc:sldMk cId="2923001498" sldId="271"/>
            <ac:grpSpMk id="40" creationId="{6210A443-CAF7-2913-4D86-A3F37BED222A}"/>
          </ac:grpSpMkLst>
        </pc:grpChg>
        <pc:picChg chg="add mod">
          <ac:chgData name="Shirish Kamble" userId="S::s4974055@uq.edu.au::40d57ee5-e640-46d8-b696-01b2cc68181c" providerId="AD" clId="Web-{A2F932E9-5DBD-8A36-4F20-44A709E34E4D}" dt="2026-08-24T10:30:46.316" v="356" actId="1076"/>
          <ac:picMkLst>
            <pc:docMk/>
            <pc:sldMk cId="2923001498" sldId="271"/>
            <ac:picMk id="3" creationId="{ADD5D4AD-7B31-0F8A-1651-5E69C42692D1}"/>
          </ac:picMkLst>
        </pc:picChg>
        <pc:picChg chg="del">
          <ac:chgData name="Shirish Kamble" userId="S::s4974055@uq.edu.au::40d57ee5-e640-46d8-b696-01b2cc68181c" providerId="AD" clId="Web-{A2F932E9-5DBD-8A36-4F20-44A709E34E4D}" dt="2026-08-24T10:18:10.800" v="184"/>
          <ac:picMkLst>
            <pc:docMk/>
            <pc:sldMk cId="2923001498" sldId="271"/>
            <ac:picMk id="5" creationId="{F65DB3FC-9BA2-EB02-A38F-D8BF193C0590}"/>
          </ac:picMkLst>
        </pc:picChg>
        <pc:picChg chg="add mod">
          <ac:chgData name="Shirish Kamble" userId="S::s4974055@uq.edu.au::40d57ee5-e640-46d8-b696-01b2cc68181c" providerId="AD" clId="Web-{A2F932E9-5DBD-8A36-4F20-44A709E34E4D}" dt="2026-08-24T10:30:46.332" v="358" actId="1076"/>
          <ac:picMkLst>
            <pc:docMk/>
            <pc:sldMk cId="2923001498" sldId="271"/>
            <ac:picMk id="27" creationId="{44A91F6E-1251-A1A0-B765-A9D7BEB27814}"/>
          </ac:picMkLst>
        </pc:picChg>
        <pc:inkChg chg="add del">
          <ac:chgData name="Shirish Kamble" userId="S::s4974055@uq.edu.au::40d57ee5-e640-46d8-b696-01b2cc68181c" providerId="AD" clId="Web-{A2F932E9-5DBD-8A36-4F20-44A709E34E4D}" dt="2026-08-24T10:21:47.519" v="223"/>
          <ac:inkMkLst>
            <pc:docMk/>
            <pc:sldMk cId="2923001498" sldId="271"/>
            <ac:inkMk id="4" creationId="{4FCB7B19-3518-7A2A-5862-D2A8CC0CDF30}"/>
          </ac:inkMkLst>
        </pc:inkChg>
        <pc:inkChg chg="add del">
          <ac:chgData name="Shirish Kamble" userId="S::s4974055@uq.edu.au::40d57ee5-e640-46d8-b696-01b2cc68181c" providerId="AD" clId="Web-{A2F932E9-5DBD-8A36-4F20-44A709E34E4D}" dt="2026-08-24T10:21:46.675" v="222"/>
          <ac:inkMkLst>
            <pc:docMk/>
            <pc:sldMk cId="2923001498" sldId="271"/>
            <ac:inkMk id="11" creationId="{A878B080-D2F4-0886-EC30-388B43839F83}"/>
          </ac:inkMkLst>
        </pc:inkChg>
        <pc:inkChg chg="add del">
          <ac:chgData name="Shirish Kamble" userId="S::s4974055@uq.edu.au::40d57ee5-e640-46d8-b696-01b2cc68181c" providerId="AD" clId="Web-{A2F932E9-5DBD-8A36-4F20-44A709E34E4D}" dt="2026-08-24T10:22:25.003" v="225"/>
          <ac:inkMkLst>
            <pc:docMk/>
            <pc:sldMk cId="2923001498" sldId="271"/>
            <ac:inkMk id="13" creationId="{A65EF2FC-4871-94D5-AC3C-DE1B7B755C7B}"/>
          </ac:inkMkLst>
        </pc:inkChg>
        <pc:inkChg chg="add mod">
          <ac:chgData name="Shirish Kamble" userId="S::s4974055@uq.edu.au::40d57ee5-e640-46d8-b696-01b2cc68181c" providerId="AD" clId="Web-{A2F932E9-5DBD-8A36-4F20-44A709E34E4D}" dt="2026-08-24T10:23:13.019" v="260" actId="1076"/>
          <ac:inkMkLst>
            <pc:docMk/>
            <pc:sldMk cId="2923001498" sldId="271"/>
            <ac:inkMk id="15" creationId="{CD5D4B40-FFB8-3409-D293-707C8DC18BEA}"/>
          </ac:inkMkLst>
        </pc:inkChg>
        <pc:inkChg chg="add mod">
          <ac:chgData name="Shirish Kamble" userId="S::s4974055@uq.edu.au::40d57ee5-e640-46d8-b696-01b2cc68181c" providerId="AD" clId="Web-{A2F932E9-5DBD-8A36-4F20-44A709E34E4D}" dt="2026-08-24T10:23:13.019" v="259" actId="1076"/>
          <ac:inkMkLst>
            <pc:docMk/>
            <pc:sldMk cId="2923001498" sldId="271"/>
            <ac:inkMk id="17" creationId="{A28D0CC6-D0A8-9DAA-8C76-8DE78C8D03EE}"/>
          </ac:inkMkLst>
        </pc:inkChg>
        <pc:inkChg chg="add mod">
          <ac:chgData name="Shirish Kamble" userId="S::s4974055@uq.edu.au::40d57ee5-e640-46d8-b696-01b2cc68181c" providerId="AD" clId="Web-{A2F932E9-5DBD-8A36-4F20-44A709E34E4D}" dt="2026-08-24T10:23:13.019" v="258" actId="1076"/>
          <ac:inkMkLst>
            <pc:docMk/>
            <pc:sldMk cId="2923001498" sldId="271"/>
            <ac:inkMk id="19" creationId="{6AE2DADF-51FD-EE52-0C0C-53453BC2C8D5}"/>
          </ac:inkMkLst>
        </pc:inkChg>
        <pc:inkChg chg="add mod">
          <ac:chgData name="Shirish Kamble" userId="S::s4974055@uq.edu.au::40d57ee5-e640-46d8-b696-01b2cc68181c" providerId="AD" clId="Web-{A2F932E9-5DBD-8A36-4F20-44A709E34E4D}" dt="2026-08-24T10:23:13.019" v="257" actId="1076"/>
          <ac:inkMkLst>
            <pc:docMk/>
            <pc:sldMk cId="2923001498" sldId="271"/>
            <ac:inkMk id="21" creationId="{C6E5080D-2981-7410-CCFF-4FADCE549DCC}"/>
          </ac:inkMkLst>
        </pc:inkChg>
        <pc:inkChg chg="add mod">
          <ac:chgData name="Shirish Kamble" userId="S::s4974055@uq.edu.au::40d57ee5-e640-46d8-b696-01b2cc68181c" providerId="AD" clId="Web-{A2F932E9-5DBD-8A36-4F20-44A709E34E4D}" dt="2026-08-24T10:23:13.019" v="256" actId="1076"/>
          <ac:inkMkLst>
            <pc:docMk/>
            <pc:sldMk cId="2923001498" sldId="271"/>
            <ac:inkMk id="23" creationId="{D8D11F3C-26AD-CFC1-8684-CE2D6C002DE7}"/>
          </ac:inkMkLst>
        </pc:inkChg>
        <pc:cxnChg chg="del">
          <ac:chgData name="Shirish Kamble" userId="S::s4974055@uq.edu.au::40d57ee5-e640-46d8-b696-01b2cc68181c" providerId="AD" clId="Web-{A2F932E9-5DBD-8A36-4F20-44A709E34E4D}" dt="2026-08-24T10:33:44.207" v="412"/>
          <ac:cxnSpMkLst>
            <pc:docMk/>
            <pc:sldMk cId="2923001498" sldId="271"/>
            <ac:cxnSpMk id="30" creationId="{803CBD5F-A9E2-0EF6-7794-284F3339443F}"/>
          </ac:cxnSpMkLst>
        </pc:cxnChg>
        <pc:cxnChg chg="del">
          <ac:chgData name="Shirish Kamble" userId="S::s4974055@uq.edu.au::40d57ee5-e640-46d8-b696-01b2cc68181c" providerId="AD" clId="Web-{A2F932E9-5DBD-8A36-4F20-44A709E34E4D}" dt="2026-08-24T10:33:48.410" v="413"/>
          <ac:cxnSpMkLst>
            <pc:docMk/>
            <pc:sldMk cId="2923001498" sldId="271"/>
            <ac:cxnSpMk id="31" creationId="{22A681EA-F65C-67A9-4C93-7E6ED6FCC38A}"/>
          </ac:cxnSpMkLst>
        </pc:cxnChg>
      </pc:sldChg>
    </pc:docChg>
  </pc:docChgLst>
  <pc:docChgLst>
    <pc:chgData name="Shirish Kamble" userId="S::s4974055@uq.edu.au::40d57ee5-e640-46d8-b696-01b2cc68181c" providerId="AD" clId="Web-{D0D2A758-0DA1-3135-77E2-5C36A5160D47}"/>
    <pc:docChg chg="mod modSld addMainMaster delMainMaster">
      <pc:chgData name="Shirish Kamble" userId="S::s4974055@uq.edu.au::40d57ee5-e640-46d8-b696-01b2cc68181c" providerId="AD" clId="Web-{D0D2A758-0DA1-3135-77E2-5C36A5160D47}" dt="2026-08-24T08:56:26.356" v="6" actId="1076"/>
      <pc:docMkLst>
        <pc:docMk/>
      </pc:docMkLst>
      <pc:sldChg chg="modSp mod modClrScheme chgLayout">
        <pc:chgData name="Shirish Kamble" userId="S::s4974055@uq.edu.au::40d57ee5-e640-46d8-b696-01b2cc68181c" providerId="AD" clId="Web-{D0D2A758-0DA1-3135-77E2-5C36A5160D47}" dt="2026-08-24T08:56:26.356" v="6" actId="1076"/>
        <pc:sldMkLst>
          <pc:docMk/>
          <pc:sldMk cId="3291430269" sldId="256"/>
        </pc:sldMkLst>
        <pc:spChg chg="mod ord">
          <ac:chgData name="Shirish Kamble" userId="S::s4974055@uq.edu.au::40d57ee5-e640-46d8-b696-01b2cc68181c" providerId="AD" clId="Web-{D0D2A758-0DA1-3135-77E2-5C36A5160D47}" dt="2026-08-24T08:56:26.356" v="6" actId="1076"/>
          <ac:spMkLst>
            <pc:docMk/>
            <pc:sldMk cId="3291430269" sldId="256"/>
            <ac:spMk id="2" creationId="{117233CE-08B6-7039-1406-43E434FA8F28}"/>
          </ac:spMkLst>
        </pc:spChg>
        <pc:spChg chg="mod ord">
          <ac:chgData name="Shirish Kamble" userId="S::s4974055@uq.edu.au::40d57ee5-e640-46d8-b696-01b2cc68181c" providerId="AD" clId="Web-{D0D2A758-0DA1-3135-77E2-5C36A5160D47}" dt="2026-08-24T08:55:10.073" v="3"/>
          <ac:spMkLst>
            <pc:docMk/>
            <pc:sldMk cId="3291430269" sldId="256"/>
            <ac:spMk id="7" creationId="{94440068-7C20-94CF-A5BA-D3A87FFC4B33}"/>
          </ac:spMkLst>
        </pc:spChg>
      </pc:sldChg>
      <pc:sldChg chg="modSp mod modClrScheme chgLayout">
        <pc:chgData name="Shirish Kamble" userId="S::s4974055@uq.edu.au::40d57ee5-e640-46d8-b696-01b2cc68181c" providerId="AD" clId="Web-{D0D2A758-0DA1-3135-77E2-5C36A5160D47}" dt="2026-08-24T08:55:10.073" v="3"/>
        <pc:sldMkLst>
          <pc:docMk/>
          <pc:sldMk cId="2037775068" sldId="257"/>
        </pc:sldMkLst>
        <pc:spChg chg="mod ord">
          <ac:chgData name="Shirish Kamble" userId="S::s4974055@uq.edu.au::40d57ee5-e640-46d8-b696-01b2cc68181c" providerId="AD" clId="Web-{D0D2A758-0DA1-3135-77E2-5C36A5160D47}" dt="2026-08-24T08:55:10.073" v="3"/>
          <ac:spMkLst>
            <pc:docMk/>
            <pc:sldMk cId="2037775068" sldId="257"/>
            <ac:spMk id="2" creationId="{F196C71E-8565-3158-7386-4CFDAFBB06F2}"/>
          </ac:spMkLst>
        </pc:spChg>
      </pc:sldChg>
      <pc:sldChg chg="modSp mod modClrScheme chgLayout">
        <pc:chgData name="Shirish Kamble" userId="S::s4974055@uq.edu.au::40d57ee5-e640-46d8-b696-01b2cc68181c" providerId="AD" clId="Web-{D0D2A758-0DA1-3135-77E2-5C36A5160D47}" dt="2026-08-24T08:55:10.073" v="3"/>
        <pc:sldMkLst>
          <pc:docMk/>
          <pc:sldMk cId="935523701" sldId="260"/>
        </pc:sldMkLst>
        <pc:spChg chg="mod ord">
          <ac:chgData name="Shirish Kamble" userId="S::s4974055@uq.edu.au::40d57ee5-e640-46d8-b696-01b2cc68181c" providerId="AD" clId="Web-{D0D2A758-0DA1-3135-77E2-5C36A5160D47}" dt="2026-08-24T08:55:10.073" v="3"/>
          <ac:spMkLst>
            <pc:docMk/>
            <pc:sldMk cId="935523701" sldId="260"/>
            <ac:spMk id="2" creationId="{75AEA72F-761D-0998-6F86-BBB6EDE666E3}"/>
          </ac:spMkLst>
        </pc:spChg>
        <pc:spChg chg="mod ord">
          <ac:chgData name="Shirish Kamble" userId="S::s4974055@uq.edu.au::40d57ee5-e640-46d8-b696-01b2cc68181c" providerId="AD" clId="Web-{D0D2A758-0DA1-3135-77E2-5C36A5160D47}" dt="2026-08-24T08:55:10.073" v="3"/>
          <ac:spMkLst>
            <pc:docMk/>
            <pc:sldMk cId="935523701" sldId="260"/>
            <ac:spMk id="3" creationId="{F683B02E-F373-2C0D-D5F1-DF05A0358B9E}"/>
          </ac:spMkLst>
        </pc:spChg>
      </pc:sldChg>
      <pc:sldChg chg="mod modClrScheme chgLayout">
        <pc:chgData name="Shirish Kamble" userId="S::s4974055@uq.edu.au::40d57ee5-e640-46d8-b696-01b2cc68181c" providerId="AD" clId="Web-{D0D2A758-0DA1-3135-77E2-5C36A5160D47}" dt="2026-08-24T08:55:10.073" v="3"/>
        <pc:sldMkLst>
          <pc:docMk/>
          <pc:sldMk cId="1016914343" sldId="264"/>
        </pc:sldMkLst>
      </pc:sldChg>
      <pc:sldChg chg="modSp mod modClrScheme chgLayout">
        <pc:chgData name="Shirish Kamble" userId="S::s4974055@uq.edu.au::40d57ee5-e640-46d8-b696-01b2cc68181c" providerId="AD" clId="Web-{D0D2A758-0DA1-3135-77E2-5C36A5160D47}" dt="2026-08-24T08:55:10.073" v="3"/>
        <pc:sldMkLst>
          <pc:docMk/>
          <pc:sldMk cId="2669147823" sldId="267"/>
        </pc:sldMkLst>
        <pc:spChg chg="mod ord">
          <ac:chgData name="Shirish Kamble" userId="S::s4974055@uq.edu.au::40d57ee5-e640-46d8-b696-01b2cc68181c" providerId="AD" clId="Web-{D0D2A758-0DA1-3135-77E2-5C36A5160D47}" dt="2026-08-24T08:55:10.073" v="3"/>
          <ac:spMkLst>
            <pc:docMk/>
            <pc:sldMk cId="2669147823" sldId="267"/>
            <ac:spMk id="2" creationId="{FC0220E1-92BD-FA0B-B8B1-D52E70151329}"/>
          </ac:spMkLst>
        </pc:spChg>
        <pc:spChg chg="mod ord">
          <ac:chgData name="Shirish Kamble" userId="S::s4974055@uq.edu.au::40d57ee5-e640-46d8-b696-01b2cc68181c" providerId="AD" clId="Web-{D0D2A758-0DA1-3135-77E2-5C36A5160D47}" dt="2026-08-24T08:55:10.073" v="3"/>
          <ac:spMkLst>
            <pc:docMk/>
            <pc:sldMk cId="2669147823" sldId="267"/>
            <ac:spMk id="7" creationId="{8050B3F9-E044-FE64-0887-335EC38C381E}"/>
          </ac:spMkLst>
        </pc:spChg>
      </pc:sldChg>
      <pc:sldChg chg="modSp mod modClrScheme chgLayout">
        <pc:chgData name="Shirish Kamble" userId="S::s4974055@uq.edu.au::40d57ee5-e640-46d8-b696-01b2cc68181c" providerId="AD" clId="Web-{D0D2A758-0DA1-3135-77E2-5C36A5160D47}" dt="2026-08-24T08:55:10.073" v="3"/>
        <pc:sldMkLst>
          <pc:docMk/>
          <pc:sldMk cId="3685926783" sldId="268"/>
        </pc:sldMkLst>
        <pc:spChg chg="mod ord">
          <ac:chgData name="Shirish Kamble" userId="S::s4974055@uq.edu.au::40d57ee5-e640-46d8-b696-01b2cc68181c" providerId="AD" clId="Web-{D0D2A758-0DA1-3135-77E2-5C36A5160D47}" dt="2026-08-24T08:55:10.073" v="3"/>
          <ac:spMkLst>
            <pc:docMk/>
            <pc:sldMk cId="3685926783" sldId="268"/>
            <ac:spMk id="2" creationId="{CD7CB7C7-C969-23D0-70F8-A3BF8774D252}"/>
          </ac:spMkLst>
        </pc:spChg>
        <pc:spChg chg="mod ord">
          <ac:chgData name="Shirish Kamble" userId="S::s4974055@uq.edu.au::40d57ee5-e640-46d8-b696-01b2cc68181c" providerId="AD" clId="Web-{D0D2A758-0DA1-3135-77E2-5C36A5160D47}" dt="2026-08-24T08:55:10.073" v="3"/>
          <ac:spMkLst>
            <pc:docMk/>
            <pc:sldMk cId="3685926783" sldId="268"/>
            <ac:spMk id="3" creationId="{8CC1BE14-60D4-CD3F-C810-2B80D7576A41}"/>
          </ac:spMkLst>
        </pc:spChg>
      </pc:sldChg>
      <pc:sldChg chg="mod modClrScheme chgLayout">
        <pc:chgData name="Shirish Kamble" userId="S::s4974055@uq.edu.au::40d57ee5-e640-46d8-b696-01b2cc68181c" providerId="AD" clId="Web-{D0D2A758-0DA1-3135-77E2-5C36A5160D47}" dt="2026-08-24T08:55:10.073" v="3"/>
        <pc:sldMkLst>
          <pc:docMk/>
          <pc:sldMk cId="0" sldId="269"/>
        </pc:sldMkLst>
      </pc:sldChg>
      <pc:sldMasterChg chg="del delSldLayout">
        <pc:chgData name="Shirish Kamble" userId="S::s4974055@uq.edu.au::40d57ee5-e640-46d8-b696-01b2cc68181c" providerId="AD" clId="Web-{D0D2A758-0DA1-3135-77E2-5C36A5160D47}" dt="2026-08-24T08:54:43.932" v="0"/>
        <pc:sldMasterMkLst>
          <pc:docMk/>
          <pc:sldMasterMk cId="613034817" sldId="2147483648"/>
        </pc:sldMasterMkLst>
        <pc:sldLayoutChg chg="del">
          <pc:chgData name="Shirish Kamble" userId="S::s4974055@uq.edu.au::40d57ee5-e640-46d8-b696-01b2cc68181c" providerId="AD" clId="Web-{D0D2A758-0DA1-3135-77E2-5C36A5160D47}" dt="2026-08-24T08:54:43.932" v="0"/>
          <pc:sldLayoutMkLst>
            <pc:docMk/>
            <pc:sldMasterMk cId="613034817" sldId="2147483648"/>
            <pc:sldLayoutMk cId="1537738179" sldId="214748364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62469464" sldId="2147483650"/>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893147143" sldId="2147483651"/>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1705006019" sldId="2147483652"/>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702352652" sldId="2147483653"/>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00406974" sldId="2147483654"/>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85477559" sldId="2147483655"/>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99457932" sldId="2147483656"/>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99984310" sldId="2147483657"/>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4172834664" sldId="2147483658"/>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42236294" sldId="214748365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8316905" sldId="2147483660"/>
          </pc:sldLayoutMkLst>
        </pc:sldLayoutChg>
      </pc:sldMasterChg>
      <pc:sldMasterChg chg="add del addSldLayout delSldLayout modSldLayout">
        <pc:chgData name="Shirish Kamble" userId="S::s4974055@uq.edu.au::40d57ee5-e640-46d8-b696-01b2cc68181c" providerId="AD" clId="Web-{D0D2A758-0DA1-3135-77E2-5C36A5160D47}" dt="2026-08-24T08:55:01.855" v="1"/>
        <pc:sldMasterMkLst>
          <pc:docMk/>
          <pc:sldMasterMk cId="3151656044" sldId="2147483661"/>
        </pc:sldMasterMkLst>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63639771" sldId="214748366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2596720" sldId="214748366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701944845" sldId="214748366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41304489" sldId="214748366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767032298" sldId="214748366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01395114" sldId="214748366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144949711" sldId="214748366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04200235" sldId="214748366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10764879" sldId="214748367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455281947" sldId="214748367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39804054" sldId="214748367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44619571" sldId="214748367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96472790" sldId="214748367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93685062" sldId="214748367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899140441" sldId="214748367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94877478" sldId="214748367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18903883" sldId="214748367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1519299" sldId="214748367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21887242" sldId="214748368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43647773" sldId="214748368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139846390" sldId="214748368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88233441" sldId="214748368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15420636" sldId="214748368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959857410" sldId="214748368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627530538" sldId="214748368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62445786" sldId="214748368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837890293" sldId="214748368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29034445" sldId="214748368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870403988" sldId="214748369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75628127" sldId="2147483691"/>
          </pc:sldLayoutMkLst>
        </pc:sldLayoutChg>
      </pc:sldMasterChg>
      <pc:sldMasterChg chg="add del addSldLayout delSldLayout modSldLayout">
        <pc:chgData name="Shirish Kamble" userId="S::s4974055@uq.edu.au::40d57ee5-e640-46d8-b696-01b2cc68181c" providerId="AD" clId="Web-{D0D2A758-0DA1-3135-77E2-5C36A5160D47}" dt="2026-08-24T08:55:03.636" v="2"/>
        <pc:sldMasterMkLst>
          <pc:docMk/>
          <pc:sldMasterMk cId="50597519" sldId="2147483692"/>
        </pc:sldMasterMkLst>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740828059" sldId="214748369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234107464" sldId="214748369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1726265" sldId="214748369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041371668" sldId="214748369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980507397" sldId="214748369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02510984" sldId="214748369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0357878" sldId="214748369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221059237" sldId="214748370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998342252" sldId="214748370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156840048" sldId="214748370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134254629" sldId="214748370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930076746" sldId="214748370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231473009" sldId="214748370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579235" sldId="214748370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872194187" sldId="214748370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043737943" sldId="214748370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96024143" sldId="214748370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6401723" sldId="214748371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84853451" sldId="214748371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112840907" sldId="214748371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681772410" sldId="214748371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07719552" sldId="214748371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847842941" sldId="214748371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4011638" sldId="214748371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615054404" sldId="214748371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445994329" sldId="214748371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37874805" sldId="214748371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314339371" sldId="214748372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096122858" sldId="214748372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42336220" sldId="2147483722"/>
          </pc:sldLayoutMkLst>
        </pc:sldLayoutChg>
      </pc:sldMasterChg>
      <pc:sldMasterChg chg="add del addSldLayout delSldLayout modSldLayout">
        <pc:chgData name="Shirish Kamble" userId="S::s4974055@uq.edu.au::40d57ee5-e640-46d8-b696-01b2cc68181c" providerId="AD" clId="Web-{D0D2A758-0DA1-3135-77E2-5C36A5160D47}" dt="2026-08-24T08:55:10.073" v="3"/>
        <pc:sldMasterMkLst>
          <pc:docMk/>
          <pc:sldMasterMk cId="560370848" sldId="2147483723"/>
        </pc:sldMasterMkLst>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289111758" sldId="214748372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14992594" sldId="214748372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59747409" sldId="214748372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91557183" sldId="214748372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27887879" sldId="214748372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13623344" sldId="214748372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724153549" sldId="214748373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92110" sldId="214748373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07437798" sldId="214748373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92802551" sldId="214748373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8206918" sldId="214748373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595176072" sldId="214748373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54236351" sldId="214748373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38362316" sldId="214748373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9415180" sldId="214748373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80398616" sldId="214748373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2063584" sldId="214748374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043175" sldId="214748374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68953309" sldId="214748374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371106319" sldId="214748374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84800655" sldId="214748374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4616134" sldId="214748374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82971482" sldId="214748374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0844615" sldId="214748374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26162" sldId="214748374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627928669" sldId="214748374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051618347" sldId="214748375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629855423" sldId="214748375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79642345" sldId="214748375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82665903" sldId="2147483753"/>
          </pc:sldLayoutMkLst>
        </pc:sldLayoutChg>
      </pc:sldMasterChg>
      <pc:sldMasterChg chg="add addSldLayout modSldLayout">
        <pc:chgData name="Shirish Kamble" userId="S::s4974055@uq.edu.au::40d57ee5-e640-46d8-b696-01b2cc68181c" providerId="AD" clId="Web-{D0D2A758-0DA1-3135-77E2-5C36A5160D47}" dt="2026-08-24T08:55:10.073" v="3"/>
        <pc:sldMasterMkLst>
          <pc:docMk/>
          <pc:sldMasterMk cId="3330205874" sldId="2147483754"/>
        </pc:sldMasterMkLst>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12596576" sldId="214748375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7746513" sldId="214748375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584793031" sldId="214748375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989763327" sldId="214748375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889416722" sldId="214748375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884256195" sldId="214748376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560356764" sldId="214748376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435092318" sldId="214748376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02876413" sldId="214748376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452547" sldId="214748376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500707204" sldId="214748376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785814062" sldId="214748376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23152378" sldId="214748376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35021473" sldId="214748376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678915205" sldId="214748376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66104571" sldId="214748377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830509776" sldId="214748377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42923327" sldId="214748377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915858235" sldId="214748377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247344590" sldId="214748377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306703865" sldId="214748377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77825304" sldId="214748377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12971283" sldId="214748377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33230242" sldId="214748377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77787345" sldId="214748377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99913824" sldId="214748378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4150350659" sldId="214748378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50389612" sldId="214748378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89412998" sldId="214748378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77281427" sldId="2147483784"/>
          </pc:sldLayoutMkLst>
        </pc:sldLayoutChg>
      </pc:sldMasterChg>
    </pc:docChg>
  </pc:docChgLst>
  <pc:docChgLst>
    <pc:chgData name="Vim Mahakumbura" userId="d742d8eb-1b8a-4e06-893e-13481b9aa2b1" providerId="ADAL" clId="{9FB0F613-4EA5-47CC-8865-48593C89D213}"/>
    <pc:docChg chg="undo custSel addSld delSld modSld sldOrd">
      <pc:chgData name="Vim Mahakumbura" userId="d742d8eb-1b8a-4e06-893e-13481b9aa2b1" providerId="ADAL" clId="{9FB0F613-4EA5-47CC-8865-48593C89D213}" dt="2026-08-24T08:33:45.804" v="1775" actId="47"/>
      <pc:docMkLst>
        <pc:docMk/>
      </pc:docMkLst>
      <pc:sldChg chg="addSp modSp new mod">
        <pc:chgData name="Vim Mahakumbura" userId="d742d8eb-1b8a-4e06-893e-13481b9aa2b1" providerId="ADAL" clId="{9FB0F613-4EA5-47CC-8865-48593C89D213}" dt="2026-08-24T08:28:35.788" v="1463" actId="207"/>
        <pc:sldMkLst>
          <pc:docMk/>
          <pc:sldMk cId="3291430269" sldId="256"/>
        </pc:sldMkLst>
        <pc:spChg chg="mod">
          <ac:chgData name="Vim Mahakumbura" userId="d742d8eb-1b8a-4e06-893e-13481b9aa2b1" providerId="ADAL" clId="{9FB0F613-4EA5-47CC-8865-48593C89D213}" dt="2026-08-24T08:20:20.644" v="1280" actId="20577"/>
          <ac:spMkLst>
            <pc:docMk/>
            <pc:sldMk cId="3291430269" sldId="256"/>
            <ac:spMk id="2" creationId="{117233CE-08B6-7039-1406-43E434FA8F28}"/>
          </ac:spMkLst>
        </pc:spChg>
        <pc:spChg chg="add mod">
          <ac:chgData name="Vim Mahakumbura" userId="d742d8eb-1b8a-4e06-893e-13481b9aa2b1" providerId="ADAL" clId="{9FB0F613-4EA5-47CC-8865-48593C89D213}" dt="2026-08-24T08:28:35.788" v="1463" actId="207"/>
          <ac:spMkLst>
            <pc:docMk/>
            <pc:sldMk cId="3291430269" sldId="256"/>
            <ac:spMk id="4" creationId="{236C259C-FBB6-C6B1-C134-658F5EA67C8A}"/>
          </ac:spMkLst>
        </pc:spChg>
        <pc:spChg chg="mod">
          <ac:chgData name="Vim Mahakumbura" userId="d742d8eb-1b8a-4e06-893e-13481b9aa2b1" providerId="ADAL" clId="{9FB0F613-4EA5-47CC-8865-48593C89D213}" dt="2026-08-24T08:18:04.004" v="1190" actId="404"/>
          <ac:spMkLst>
            <pc:docMk/>
            <pc:sldMk cId="3291430269" sldId="256"/>
            <ac:spMk id="5" creationId="{E7ABDB73-4778-2DA8-77B6-7CABB5434089}"/>
          </ac:spMkLst>
        </pc:spChg>
        <pc:spChg chg="mod">
          <ac:chgData name="Vim Mahakumbura" userId="d742d8eb-1b8a-4e06-893e-13481b9aa2b1" providerId="ADAL" clId="{9FB0F613-4EA5-47CC-8865-48593C89D213}" dt="2026-08-24T08:20:00.807" v="1268" actId="1037"/>
          <ac:spMkLst>
            <pc:docMk/>
            <pc:sldMk cId="3291430269" sldId="256"/>
            <ac:spMk id="7" creationId="{94440068-7C20-94CF-A5BA-D3A87FFC4B33}"/>
          </ac:spMkLst>
        </pc:spChg>
        <pc:picChg chg="add mod">
          <ac:chgData name="Vim Mahakumbura" userId="d742d8eb-1b8a-4e06-893e-13481b9aa2b1" providerId="ADAL" clId="{9FB0F613-4EA5-47CC-8865-48593C89D213}" dt="2026-08-24T08:20:00.807" v="1268" actId="1037"/>
          <ac:picMkLst>
            <pc:docMk/>
            <pc:sldMk cId="3291430269" sldId="256"/>
            <ac:picMk id="3" creationId="{47C0D319-2D08-E129-7902-CEE6FB7805D5}"/>
          </ac:picMkLst>
        </pc:picChg>
      </pc:sldChg>
      <pc:sldChg chg="addSp delSp modSp new mod">
        <pc:chgData name="Vim Mahakumbura" userId="d742d8eb-1b8a-4e06-893e-13481b9aa2b1" providerId="ADAL" clId="{9FB0F613-4EA5-47CC-8865-48593C89D213}" dt="2026-08-24T08:30:10.379" v="1651" actId="1037"/>
        <pc:sldMkLst>
          <pc:docMk/>
          <pc:sldMk cId="2037775068" sldId="257"/>
        </pc:sldMkLst>
        <pc:spChg chg="mod">
          <ac:chgData name="Vim Mahakumbura" userId="d742d8eb-1b8a-4e06-893e-13481b9aa2b1" providerId="ADAL" clId="{9FB0F613-4EA5-47CC-8865-48593C89D213}" dt="2026-08-24T08:28:55.232" v="1466" actId="1076"/>
          <ac:spMkLst>
            <pc:docMk/>
            <pc:sldMk cId="2037775068" sldId="257"/>
            <ac:spMk id="2" creationId="{F196C71E-8565-3158-7386-4CFDAFBB06F2}"/>
          </ac:spMkLst>
        </pc:spChg>
        <pc:spChg chg="mod">
          <ac:chgData name="Vim Mahakumbura" userId="d742d8eb-1b8a-4e06-893e-13481b9aa2b1" providerId="ADAL" clId="{9FB0F613-4EA5-47CC-8865-48593C89D213}" dt="2026-08-24T08:24:23.906" v="1438" actId="1076"/>
          <ac:spMkLst>
            <pc:docMk/>
            <pc:sldMk cId="2037775068" sldId="257"/>
            <ac:spMk id="6" creationId="{C3A397C2-4C58-679F-0DA1-AA87B53F17A7}"/>
          </ac:spMkLst>
        </pc:spChg>
        <pc:spChg chg="mod">
          <ac:chgData name="Vim Mahakumbura" userId="d742d8eb-1b8a-4e06-893e-13481b9aa2b1" providerId="ADAL" clId="{9FB0F613-4EA5-47CC-8865-48593C89D213}" dt="2026-08-24T08:24:48.139" v="1451" actId="1076"/>
          <ac:spMkLst>
            <pc:docMk/>
            <pc:sldMk cId="2037775068" sldId="257"/>
            <ac:spMk id="7" creationId="{77F44CB9-E46F-DE9F-A3B9-53DCEAFDD70E}"/>
          </ac:spMkLst>
        </pc:spChg>
        <pc:spChg chg="mod">
          <ac:chgData name="Vim Mahakumbura" userId="d742d8eb-1b8a-4e06-893e-13481b9aa2b1" providerId="ADAL" clId="{9FB0F613-4EA5-47CC-8865-48593C89D213}" dt="2026-08-24T08:23:44.373" v="1424" actId="14100"/>
          <ac:spMkLst>
            <pc:docMk/>
            <pc:sldMk cId="2037775068" sldId="257"/>
            <ac:spMk id="8" creationId="{D9508618-000A-735A-E423-28C34E251090}"/>
          </ac:spMkLst>
        </pc:spChg>
        <pc:spChg chg="mod">
          <ac:chgData name="Vim Mahakumbura" userId="d742d8eb-1b8a-4e06-893e-13481b9aa2b1" providerId="ADAL" clId="{9FB0F613-4EA5-47CC-8865-48593C89D213}" dt="2026-08-24T08:24:19.423" v="1437" actId="1076"/>
          <ac:spMkLst>
            <pc:docMk/>
            <pc:sldMk cId="2037775068" sldId="257"/>
            <ac:spMk id="9" creationId="{025461E9-3423-C59F-7D97-B6C8205F7205}"/>
          </ac:spMkLst>
        </pc:spChg>
        <pc:spChg chg="mod">
          <ac:chgData name="Vim Mahakumbura" userId="d742d8eb-1b8a-4e06-893e-13481b9aa2b1" providerId="ADAL" clId="{9FB0F613-4EA5-47CC-8865-48593C89D213}" dt="2026-08-24T08:24:46.489" v="1450" actId="1076"/>
          <ac:spMkLst>
            <pc:docMk/>
            <pc:sldMk cId="2037775068" sldId="257"/>
            <ac:spMk id="10" creationId="{2636382D-1691-092A-980B-662AD341234A}"/>
          </ac:spMkLst>
        </pc:spChg>
        <pc:spChg chg="add mod">
          <ac:chgData name="Vim Mahakumbura" userId="d742d8eb-1b8a-4e06-893e-13481b9aa2b1" providerId="ADAL" clId="{9FB0F613-4EA5-47CC-8865-48593C89D213}" dt="2026-08-24T08:13:29.213" v="1163" actId="1076"/>
          <ac:spMkLst>
            <pc:docMk/>
            <pc:sldMk cId="2037775068" sldId="257"/>
            <ac:spMk id="12" creationId="{D2A9EEBE-48CF-6B69-DCB7-F6DADFE7E06C}"/>
          </ac:spMkLst>
        </pc:spChg>
        <pc:spChg chg="add mod">
          <ac:chgData name="Vim Mahakumbura" userId="d742d8eb-1b8a-4e06-893e-13481b9aa2b1" providerId="ADAL" clId="{9FB0F613-4EA5-47CC-8865-48593C89D213}" dt="2026-08-24T08:13:34.139" v="1164" actId="1076"/>
          <ac:spMkLst>
            <pc:docMk/>
            <pc:sldMk cId="2037775068" sldId="257"/>
            <ac:spMk id="14" creationId="{29FBF4B6-B4A6-0BF7-336F-1BFCD99DD761}"/>
          </ac:spMkLst>
        </pc:spChg>
        <pc:spChg chg="add mod">
          <ac:chgData name="Vim Mahakumbura" userId="d742d8eb-1b8a-4e06-893e-13481b9aa2b1" providerId="ADAL" clId="{9FB0F613-4EA5-47CC-8865-48593C89D213}" dt="2026-08-24T08:13:22.273" v="1160" actId="1076"/>
          <ac:spMkLst>
            <pc:docMk/>
            <pc:sldMk cId="2037775068" sldId="257"/>
            <ac:spMk id="16" creationId="{AB967543-AC96-D504-ACF2-33DCC8400B97}"/>
          </ac:spMkLst>
        </pc:spChg>
        <pc:spChg chg="add mod">
          <ac:chgData name="Vim Mahakumbura" userId="d742d8eb-1b8a-4e06-893e-13481b9aa2b1" providerId="ADAL" clId="{9FB0F613-4EA5-47CC-8865-48593C89D213}" dt="2026-08-24T08:12:43.057" v="1143" actId="1076"/>
          <ac:spMkLst>
            <pc:docMk/>
            <pc:sldMk cId="2037775068" sldId="257"/>
            <ac:spMk id="18" creationId="{16C68B41-4C58-6D06-5166-1BC4D7F4F817}"/>
          </ac:spMkLst>
        </pc:spChg>
        <pc:spChg chg="add mod">
          <ac:chgData name="Vim Mahakumbura" userId="d742d8eb-1b8a-4e06-893e-13481b9aa2b1" providerId="ADAL" clId="{9FB0F613-4EA5-47CC-8865-48593C89D213}" dt="2026-08-24T08:13:36.155" v="1165" actId="1076"/>
          <ac:spMkLst>
            <pc:docMk/>
            <pc:sldMk cId="2037775068" sldId="257"/>
            <ac:spMk id="20" creationId="{7B7D31E6-3664-4095-FCB5-8EBD1EF0A7DD}"/>
          </ac:spMkLst>
        </pc:spChg>
        <pc:spChg chg="add mod">
          <ac:chgData name="Vim Mahakumbura" userId="d742d8eb-1b8a-4e06-893e-13481b9aa2b1" providerId="ADAL" clId="{9FB0F613-4EA5-47CC-8865-48593C89D213}" dt="2026-08-24T08:23:35.792" v="1421" actId="404"/>
          <ac:spMkLst>
            <pc:docMk/>
            <pc:sldMk cId="2037775068" sldId="257"/>
            <ac:spMk id="22" creationId="{D202EFE5-C484-3D5E-183E-FABFE3C9F9AE}"/>
          </ac:spMkLst>
        </pc:spChg>
        <pc:spChg chg="add mod">
          <ac:chgData name="Vim Mahakumbura" userId="d742d8eb-1b8a-4e06-893e-13481b9aa2b1" providerId="ADAL" clId="{9FB0F613-4EA5-47CC-8865-48593C89D213}" dt="2026-08-24T08:24:44.739" v="1449" actId="14100"/>
          <ac:spMkLst>
            <pc:docMk/>
            <pc:sldMk cId="2037775068" sldId="257"/>
            <ac:spMk id="24" creationId="{F622FA80-C7FB-BC37-90F6-E64893B7DBC9}"/>
          </ac:spMkLst>
        </pc:spChg>
        <pc:spChg chg="add mod">
          <ac:chgData name="Vim Mahakumbura" userId="d742d8eb-1b8a-4e06-893e-13481b9aa2b1" providerId="ADAL" clId="{9FB0F613-4EA5-47CC-8865-48593C89D213}" dt="2026-08-24T08:24:28.790" v="1440" actId="1076"/>
          <ac:spMkLst>
            <pc:docMk/>
            <pc:sldMk cId="2037775068" sldId="257"/>
            <ac:spMk id="26" creationId="{B06308E3-51DE-4046-8DB3-CC2F87D67863}"/>
          </ac:spMkLst>
        </pc:spChg>
        <pc:spChg chg="add del">
          <ac:chgData name="Vim Mahakumbura" userId="d742d8eb-1b8a-4e06-893e-13481b9aa2b1" providerId="ADAL" clId="{9FB0F613-4EA5-47CC-8865-48593C89D213}" dt="2026-08-24T08:28:50.978" v="1465" actId="22"/>
          <ac:spMkLst>
            <pc:docMk/>
            <pc:sldMk cId="2037775068" sldId="257"/>
            <ac:spMk id="28" creationId="{1188551F-5D9C-1362-7E79-28B5FC8F31B5}"/>
          </ac:spMkLst>
        </pc:spChg>
        <pc:picChg chg="add">
          <ac:chgData name="Vim Mahakumbura" userId="d742d8eb-1b8a-4e06-893e-13481b9aa2b1" providerId="ADAL" clId="{9FB0F613-4EA5-47CC-8865-48593C89D213}" dt="2026-08-24T08:06:24.055" v="1009"/>
          <ac:picMkLst>
            <pc:docMk/>
            <pc:sldMk cId="2037775068" sldId="257"/>
            <ac:picMk id="3" creationId="{3E4C59BF-3149-BA1E-64F3-051BC069922D}"/>
          </ac:picMkLst>
        </pc:picChg>
        <pc:picChg chg="add del mod">
          <ac:chgData name="Vim Mahakumbura" userId="d742d8eb-1b8a-4e06-893e-13481b9aa2b1" providerId="ADAL" clId="{9FB0F613-4EA5-47CC-8865-48593C89D213}" dt="2026-08-24T08:07:50.372" v="1014" actId="478"/>
          <ac:picMkLst>
            <pc:docMk/>
            <pc:sldMk cId="2037775068" sldId="257"/>
            <ac:picMk id="4" creationId="{C479F7AC-9A7C-CA33-3339-ACC4DFA6198B}"/>
          </ac:picMkLst>
        </pc:picChg>
        <pc:picChg chg="add mod ord">
          <ac:chgData name="Vim Mahakumbura" userId="d742d8eb-1b8a-4e06-893e-13481b9aa2b1" providerId="ADAL" clId="{9FB0F613-4EA5-47CC-8865-48593C89D213}" dt="2026-08-24T08:24:30.525" v="1442" actId="1076"/>
          <ac:picMkLst>
            <pc:docMk/>
            <pc:sldMk cId="2037775068" sldId="257"/>
            <ac:picMk id="5" creationId="{B5BC7405-AFDA-8F7E-6575-FDF67FAF4AEB}"/>
          </ac:picMkLst>
        </pc:picChg>
        <pc:cxnChg chg="add mod">
          <ac:chgData name="Vim Mahakumbura" userId="d742d8eb-1b8a-4e06-893e-13481b9aa2b1" providerId="ADAL" clId="{9FB0F613-4EA5-47CC-8865-48593C89D213}" dt="2026-08-24T08:30:08.673" v="1650" actId="1037"/>
          <ac:cxnSpMkLst>
            <pc:docMk/>
            <pc:sldMk cId="2037775068" sldId="257"/>
            <ac:cxnSpMk id="30" creationId="{9F398159-12BC-095C-EB34-69D70A3D0CB6}"/>
          </ac:cxnSpMkLst>
        </pc:cxnChg>
        <pc:cxnChg chg="add mod">
          <ac:chgData name="Vim Mahakumbura" userId="d742d8eb-1b8a-4e06-893e-13481b9aa2b1" providerId="ADAL" clId="{9FB0F613-4EA5-47CC-8865-48593C89D213}" dt="2026-08-24T08:30:10.379" v="1651" actId="1037"/>
          <ac:cxnSpMkLst>
            <pc:docMk/>
            <pc:sldMk cId="2037775068" sldId="257"/>
            <ac:cxnSpMk id="31" creationId="{54B13109-25F1-A0A6-5C1A-B64E1111910F}"/>
          </ac:cxnSpMkLst>
        </pc:cxnChg>
      </pc:sldChg>
      <pc:sldChg chg="addSp modSp new del mod">
        <pc:chgData name="Vim Mahakumbura" userId="d742d8eb-1b8a-4e06-893e-13481b9aa2b1" providerId="ADAL" clId="{9FB0F613-4EA5-47CC-8865-48593C89D213}" dt="2026-08-24T08:01:14.336" v="1006" actId="47"/>
        <pc:sldMkLst>
          <pc:docMk/>
          <pc:sldMk cId="548884046" sldId="258"/>
        </pc:sldMkLst>
      </pc:sldChg>
      <pc:sldChg chg="addSp modSp new del mod">
        <pc:chgData name="Vim Mahakumbura" userId="d742d8eb-1b8a-4e06-893e-13481b9aa2b1" providerId="ADAL" clId="{9FB0F613-4EA5-47CC-8865-48593C89D213}" dt="2026-08-24T08:01:21.870" v="1007" actId="47"/>
        <pc:sldMkLst>
          <pc:docMk/>
          <pc:sldMk cId="1550743715" sldId="259"/>
        </pc:sldMkLst>
      </pc:sldChg>
      <pc:sldChg chg="addSp modSp new mod">
        <pc:chgData name="Vim Mahakumbura" userId="d742d8eb-1b8a-4e06-893e-13481b9aa2b1" providerId="ADAL" clId="{9FB0F613-4EA5-47CC-8865-48593C89D213}" dt="2026-08-24T08:32:07.822" v="1765"/>
        <pc:sldMkLst>
          <pc:docMk/>
          <pc:sldMk cId="935523701" sldId="260"/>
        </pc:sldMkLst>
        <pc:cxnChg chg="add mod">
          <ac:chgData name="Vim Mahakumbura" userId="d742d8eb-1b8a-4e06-893e-13481b9aa2b1" providerId="ADAL" clId="{9FB0F613-4EA5-47CC-8865-48593C89D213}" dt="2026-08-24T08:32:07.822" v="1765"/>
          <ac:cxnSpMkLst>
            <pc:docMk/>
            <pc:sldMk cId="935523701" sldId="260"/>
            <ac:cxnSpMk id="4" creationId="{E782D89C-8BC3-EBF7-1730-C5FD54D9ADF6}"/>
          </ac:cxnSpMkLst>
        </pc:cxnChg>
        <pc:cxnChg chg="add mod">
          <ac:chgData name="Vim Mahakumbura" userId="d742d8eb-1b8a-4e06-893e-13481b9aa2b1" providerId="ADAL" clId="{9FB0F613-4EA5-47CC-8865-48593C89D213}" dt="2026-08-24T08:32:07.822" v="1765"/>
          <ac:cxnSpMkLst>
            <pc:docMk/>
            <pc:sldMk cId="935523701" sldId="260"/>
            <ac:cxnSpMk id="6" creationId="{0207837F-2488-335B-B978-4FBBDC2E0798}"/>
          </ac:cxnSpMkLst>
        </pc:cxnChg>
      </pc:sldChg>
      <pc:sldChg chg="addSp modSp new del mod">
        <pc:chgData name="Vim Mahakumbura" userId="d742d8eb-1b8a-4e06-893e-13481b9aa2b1" providerId="ADAL" clId="{9FB0F613-4EA5-47CC-8865-48593C89D213}" dt="2026-08-24T08:01:35.424" v="1008" actId="47"/>
        <pc:sldMkLst>
          <pc:docMk/>
          <pc:sldMk cId="2390027021" sldId="261"/>
        </pc:sldMkLst>
      </pc:sldChg>
      <pc:sldChg chg="addSp delSp modSp add del mod ord">
        <pc:chgData name="Vim Mahakumbura" userId="d742d8eb-1b8a-4e06-893e-13481b9aa2b1" providerId="ADAL" clId="{9FB0F613-4EA5-47CC-8865-48593C89D213}" dt="2026-08-24T08:00:59.770" v="1005" actId="47"/>
        <pc:sldMkLst>
          <pc:docMk/>
          <pc:sldMk cId="3251886831" sldId="262"/>
        </pc:sldMkLst>
      </pc:sldChg>
      <pc:sldChg chg="del mod modShow">
        <pc:chgData name="Vim Mahakumbura" userId="d742d8eb-1b8a-4e06-893e-13481b9aa2b1" providerId="ADAL" clId="{9FB0F613-4EA5-47CC-8865-48593C89D213}" dt="2026-08-24T08:33:45.804" v="1775" actId="47"/>
        <pc:sldMkLst>
          <pc:docMk/>
          <pc:sldMk cId="2951960762" sldId="263"/>
        </pc:sldMkLst>
      </pc:sldChg>
      <pc:sldChg chg="addSp modSp">
        <pc:chgData name="Vim Mahakumbura" userId="d742d8eb-1b8a-4e06-893e-13481b9aa2b1" providerId="ADAL" clId="{9FB0F613-4EA5-47CC-8865-48593C89D213}" dt="2026-08-24T08:32:09.805" v="1766"/>
        <pc:sldMkLst>
          <pc:docMk/>
          <pc:sldMk cId="1016914343" sldId="264"/>
        </pc:sldMkLst>
        <pc:cxnChg chg="add mod">
          <ac:chgData name="Vim Mahakumbura" userId="d742d8eb-1b8a-4e06-893e-13481b9aa2b1" providerId="ADAL" clId="{9FB0F613-4EA5-47CC-8865-48593C89D213}" dt="2026-08-24T08:32:09.805" v="1766"/>
          <ac:cxnSpMkLst>
            <pc:docMk/>
            <pc:sldMk cId="1016914343" sldId="264"/>
            <ac:cxnSpMk id="5" creationId="{ED23FA0C-5EFD-20F2-C05D-DF4451EF190B}"/>
          </ac:cxnSpMkLst>
        </pc:cxnChg>
        <pc:cxnChg chg="add mod">
          <ac:chgData name="Vim Mahakumbura" userId="d742d8eb-1b8a-4e06-893e-13481b9aa2b1" providerId="ADAL" clId="{9FB0F613-4EA5-47CC-8865-48593C89D213}" dt="2026-08-24T08:32:09.805" v="1766"/>
          <ac:cxnSpMkLst>
            <pc:docMk/>
            <pc:sldMk cId="1016914343" sldId="264"/>
            <ac:cxnSpMk id="30" creationId="{A5FB0E6B-531C-C14D-7B8D-3B4401DBB5EB}"/>
          </ac:cxnSpMkLst>
        </pc:cxnChg>
      </pc:sldChg>
      <pc:sldChg chg="del">
        <pc:chgData name="Vim Mahakumbura" userId="d742d8eb-1b8a-4e06-893e-13481b9aa2b1" providerId="ADAL" clId="{9FB0F613-4EA5-47CC-8865-48593C89D213}" dt="2026-08-24T08:25:53.237" v="1453" actId="47"/>
        <pc:sldMkLst>
          <pc:docMk/>
          <pc:sldMk cId="1498516157" sldId="265"/>
        </pc:sldMkLst>
      </pc:sldChg>
      <pc:sldChg chg="del">
        <pc:chgData name="Vim Mahakumbura" userId="d742d8eb-1b8a-4e06-893e-13481b9aa2b1" providerId="ADAL" clId="{9FB0F613-4EA5-47CC-8865-48593C89D213}" dt="2026-08-24T08:20:36.519" v="1281" actId="47"/>
        <pc:sldMkLst>
          <pc:docMk/>
          <pc:sldMk cId="1945292269" sldId="266"/>
        </pc:sldMkLst>
      </pc:sldChg>
      <pc:sldChg chg="addSp delSp modSp mod modNotesTx">
        <pc:chgData name="Vim Mahakumbura" userId="d742d8eb-1b8a-4e06-893e-13481b9aa2b1" providerId="ADAL" clId="{9FB0F613-4EA5-47CC-8865-48593C89D213}" dt="2026-08-24T08:33:41.505" v="1774" actId="20577"/>
        <pc:sldMkLst>
          <pc:docMk/>
          <pc:sldMk cId="2669147823" sldId="267"/>
        </pc:sldMkLst>
        <pc:spChg chg="mod">
          <ac:chgData name="Vim Mahakumbura" userId="d742d8eb-1b8a-4e06-893e-13481b9aa2b1" providerId="ADAL" clId="{9FB0F613-4EA5-47CC-8865-48593C89D213}" dt="2026-08-24T08:30:30.022" v="1655" actId="1076"/>
          <ac:spMkLst>
            <pc:docMk/>
            <pc:sldMk cId="2669147823" sldId="267"/>
            <ac:spMk id="2" creationId="{FC0220E1-92BD-FA0B-B8B1-D52E70151329}"/>
          </ac:spMkLst>
        </pc:spChg>
        <pc:spChg chg="mod">
          <ac:chgData name="Vim Mahakumbura" userId="d742d8eb-1b8a-4e06-893e-13481b9aa2b1" providerId="ADAL" clId="{9FB0F613-4EA5-47CC-8865-48593C89D213}" dt="2026-08-24T08:31:14.505" v="1749" actId="1037"/>
          <ac:spMkLst>
            <pc:docMk/>
            <pc:sldMk cId="2669147823" sldId="267"/>
            <ac:spMk id="7" creationId="{8050B3F9-E044-FE64-0887-335EC38C381E}"/>
          </ac:spMkLst>
        </pc:spChg>
        <pc:spChg chg="mod">
          <ac:chgData name="Vim Mahakumbura" userId="d742d8eb-1b8a-4e06-893e-13481b9aa2b1" providerId="ADAL" clId="{9FB0F613-4EA5-47CC-8865-48593C89D213}" dt="2026-08-24T08:31:24.073" v="1764" actId="1037"/>
          <ac:spMkLst>
            <pc:docMk/>
            <pc:sldMk cId="2669147823" sldId="267"/>
            <ac:spMk id="11" creationId="{C64D74CA-3434-AA7C-F696-AB1522945936}"/>
          </ac:spMkLst>
        </pc:spChg>
        <pc:spChg chg="mod">
          <ac:chgData name="Vim Mahakumbura" userId="d742d8eb-1b8a-4e06-893e-13481b9aa2b1" providerId="ADAL" clId="{9FB0F613-4EA5-47CC-8865-48593C89D213}" dt="2026-08-24T08:31:19.267" v="1757" actId="1037"/>
          <ac:spMkLst>
            <pc:docMk/>
            <pc:sldMk cId="2669147823" sldId="267"/>
            <ac:spMk id="15" creationId="{55894067-B958-1011-14F0-3BF85F8AA865}"/>
          </ac:spMkLst>
        </pc:spChg>
        <pc:spChg chg="add del">
          <ac:chgData name="Vim Mahakumbura" userId="d742d8eb-1b8a-4e06-893e-13481b9aa2b1" providerId="ADAL" clId="{9FB0F613-4EA5-47CC-8865-48593C89D213}" dt="2026-08-24T08:31:02.906" v="1708" actId="34122"/>
          <ac:spMkLst>
            <pc:docMk/>
            <pc:sldMk cId="2669147823" sldId="267"/>
            <ac:spMk id="23" creationId="{39A3E47D-257C-4E8F-8309-CB18A93BF64D}"/>
          </ac:spMkLst>
        </pc:spChg>
        <pc:spChg chg="add del">
          <ac:chgData name="Vim Mahakumbura" userId="d742d8eb-1b8a-4e06-893e-13481b9aa2b1" providerId="ADAL" clId="{9FB0F613-4EA5-47CC-8865-48593C89D213}" dt="2026-08-24T08:31:00.373" v="1706" actId="34122"/>
          <ac:spMkLst>
            <pc:docMk/>
            <pc:sldMk cId="2669147823" sldId="267"/>
            <ac:spMk id="23" creationId="{6F47AB65-2492-4DE6-B422-BFD4DBB823D1}"/>
          </ac:spMkLst>
        </pc:spChg>
        <pc:spChg chg="mod">
          <ac:chgData name="Vim Mahakumbura" userId="d742d8eb-1b8a-4e06-893e-13481b9aa2b1" providerId="ADAL" clId="{9FB0F613-4EA5-47CC-8865-48593C89D213}" dt="2026-08-24T08:31:14.505" v="1749" actId="1037"/>
          <ac:spMkLst>
            <pc:docMk/>
            <pc:sldMk cId="2669147823" sldId="267"/>
            <ac:spMk id="25" creationId="{56501C58-8839-B03F-ADB8-3576ECBC669E}"/>
          </ac:spMkLst>
        </pc:spChg>
        <pc:spChg chg="mod">
          <ac:chgData name="Vim Mahakumbura" userId="d742d8eb-1b8a-4e06-893e-13481b9aa2b1" providerId="ADAL" clId="{9FB0F613-4EA5-47CC-8865-48593C89D213}" dt="2026-08-24T08:31:19.267" v="1757" actId="1037"/>
          <ac:spMkLst>
            <pc:docMk/>
            <pc:sldMk cId="2669147823" sldId="267"/>
            <ac:spMk id="35" creationId="{8A531D50-7362-1783-0B8F-4DDD7B37C956}"/>
          </ac:spMkLst>
        </pc:spChg>
        <pc:spChg chg="mod">
          <ac:chgData name="Vim Mahakumbura" userId="d742d8eb-1b8a-4e06-893e-13481b9aa2b1" providerId="ADAL" clId="{9FB0F613-4EA5-47CC-8865-48593C89D213}" dt="2026-08-24T08:31:24.073" v="1764" actId="1037"/>
          <ac:spMkLst>
            <pc:docMk/>
            <pc:sldMk cId="2669147823" sldId="267"/>
            <ac:spMk id="36" creationId="{D3E7DCEC-886E-E45D-E336-56979A4F1DCD}"/>
          </ac:spMkLst>
        </pc:spChg>
        <pc:picChg chg="mod">
          <ac:chgData name="Vim Mahakumbura" userId="d742d8eb-1b8a-4e06-893e-13481b9aa2b1" providerId="ADAL" clId="{9FB0F613-4EA5-47CC-8865-48593C89D213}" dt="2026-08-24T08:31:14.505" v="1749" actId="1037"/>
          <ac:picMkLst>
            <pc:docMk/>
            <pc:sldMk cId="2669147823" sldId="267"/>
            <ac:picMk id="9" creationId="{00CEE301-50B9-FAB9-AB47-9907AD725222}"/>
          </ac:picMkLst>
        </pc:picChg>
        <pc:picChg chg="mod">
          <ac:chgData name="Vim Mahakumbura" userId="d742d8eb-1b8a-4e06-893e-13481b9aa2b1" providerId="ADAL" clId="{9FB0F613-4EA5-47CC-8865-48593C89D213}" dt="2026-08-24T08:31:19.267" v="1757" actId="1037"/>
          <ac:picMkLst>
            <pc:docMk/>
            <pc:sldMk cId="2669147823" sldId="267"/>
            <ac:picMk id="13" creationId="{9F31A8EA-0EEC-CB3B-5ACE-F8F55D7587A1}"/>
          </ac:picMkLst>
        </pc:picChg>
        <pc:picChg chg="mod">
          <ac:chgData name="Vim Mahakumbura" userId="d742d8eb-1b8a-4e06-893e-13481b9aa2b1" providerId="ADAL" clId="{9FB0F613-4EA5-47CC-8865-48593C89D213}" dt="2026-08-24T08:31:24.073" v="1764" actId="1037"/>
          <ac:picMkLst>
            <pc:docMk/>
            <pc:sldMk cId="2669147823" sldId="267"/>
            <ac:picMk id="21" creationId="{F943E1D7-9EF9-3025-CBB6-5010C180A1E4}"/>
          </ac:picMkLst>
        </pc:picChg>
        <pc:inkChg chg="add del mod">
          <ac:chgData name="Vim Mahakumbura" userId="d742d8eb-1b8a-4e06-893e-13481b9aa2b1" providerId="ADAL" clId="{9FB0F613-4EA5-47CC-8865-48593C89D213}" dt="2026-08-24T08:31:14.505" v="1749" actId="1037"/>
          <ac:inkMkLst>
            <pc:docMk/>
            <pc:sldMk cId="2669147823" sldId="267"/>
            <ac:inkMk id="41" creationId="{FA8AF820-6F80-6E35-6799-083F75973856}"/>
          </ac:inkMkLst>
        </pc:inkChg>
        <pc:inkChg chg="mod">
          <ac:chgData name="Vim Mahakumbura" userId="d742d8eb-1b8a-4e06-893e-13481b9aa2b1" providerId="ADAL" clId="{9FB0F613-4EA5-47CC-8865-48593C89D213}" dt="2026-08-24T08:31:19.267" v="1757" actId="1037"/>
          <ac:inkMkLst>
            <pc:docMk/>
            <pc:sldMk cId="2669147823" sldId="267"/>
            <ac:inkMk id="44" creationId="{AFBF1A90-40D9-8318-A1AC-8F430564AB8B}"/>
          </ac:inkMkLst>
        </pc:inkChg>
        <pc:inkChg chg="mod">
          <ac:chgData name="Vim Mahakumbura" userId="d742d8eb-1b8a-4e06-893e-13481b9aa2b1" providerId="ADAL" clId="{9FB0F613-4EA5-47CC-8865-48593C89D213}" dt="2026-08-24T08:31:24.073" v="1764" actId="1037"/>
          <ac:inkMkLst>
            <pc:docMk/>
            <pc:sldMk cId="2669147823" sldId="267"/>
            <ac:inkMk id="45" creationId="{7446BF6E-2EA0-F026-E1FA-322D34481B2C}"/>
          </ac:inkMkLst>
        </pc:inkChg>
        <pc:cxnChg chg="add mod">
          <ac:chgData name="Vim Mahakumbura" userId="d742d8eb-1b8a-4e06-893e-13481b9aa2b1" providerId="ADAL" clId="{9FB0F613-4EA5-47CC-8865-48593C89D213}" dt="2026-08-24T08:30:24.522" v="1654"/>
          <ac:cxnSpMkLst>
            <pc:docMk/>
            <pc:sldMk cId="2669147823" sldId="267"/>
            <ac:cxnSpMk id="3" creationId="{B6FC73FB-56AF-51CF-2AA5-6CA033B73CB5}"/>
          </ac:cxnSpMkLst>
        </pc:cxnChg>
        <pc:cxnChg chg="add mod">
          <ac:chgData name="Vim Mahakumbura" userId="d742d8eb-1b8a-4e06-893e-13481b9aa2b1" providerId="ADAL" clId="{9FB0F613-4EA5-47CC-8865-48593C89D213}" dt="2026-08-24T08:30:24.522" v="1654"/>
          <ac:cxnSpMkLst>
            <pc:docMk/>
            <pc:sldMk cId="2669147823" sldId="267"/>
            <ac:cxnSpMk id="4" creationId="{CF8A6DB0-EC74-662D-A7F3-3B2D2C7BC836}"/>
          </ac:cxnSpMkLst>
        </pc:cxnChg>
      </pc:sldChg>
      <pc:sldChg chg="addSp modSp add setBg">
        <pc:chgData name="Vim Mahakumbura" userId="d742d8eb-1b8a-4e06-893e-13481b9aa2b1" providerId="ADAL" clId="{9FB0F613-4EA5-47CC-8865-48593C89D213}" dt="2026-08-24T08:30:17.048" v="1652"/>
        <pc:sldMkLst>
          <pc:docMk/>
          <pc:sldMk cId="0" sldId="269"/>
        </pc:sldMkLst>
        <pc:cxnChg chg="add mod">
          <ac:chgData name="Vim Mahakumbura" userId="d742d8eb-1b8a-4e06-893e-13481b9aa2b1" providerId="ADAL" clId="{9FB0F613-4EA5-47CC-8865-48593C89D213}" dt="2026-08-24T08:30:17.048" v="1652"/>
          <ac:cxnSpMkLst>
            <pc:docMk/>
            <pc:sldMk cId="0" sldId="269"/>
            <ac:cxnSpMk id="5" creationId="{2B9CF8AE-1C63-855E-86B8-72D9E784FE66}"/>
          </ac:cxnSpMkLst>
        </pc:cxnChg>
        <pc:cxnChg chg="add mod">
          <ac:chgData name="Vim Mahakumbura" userId="d742d8eb-1b8a-4e06-893e-13481b9aa2b1" providerId="ADAL" clId="{9FB0F613-4EA5-47CC-8865-48593C89D213}" dt="2026-08-24T08:30:17.048" v="1652"/>
          <ac:cxnSpMkLst>
            <pc:docMk/>
            <pc:sldMk cId="0" sldId="269"/>
            <ac:cxnSpMk id="6" creationId="{B4DD0887-7A31-3877-8373-CD8AE0C81694}"/>
          </ac:cxnSpMkLst>
        </pc:cxnChg>
      </pc:sldChg>
    </pc:docChg>
  </pc:docChgLst>
  <pc:docChgLst>
    <pc:chgData name="Vim Mahakumbura" userId="S::s4982539@uq.edu.au::d742d8eb-1b8a-4e06-893e-13481b9aa2b1" providerId="AD" clId="Web-{96D5FF4F-C893-BB91-0482-8A8F0C048FDD}"/>
    <pc:docChg chg="modSld">
      <pc:chgData name="Vim Mahakumbura" userId="S::s4982539@uq.edu.au::d742d8eb-1b8a-4e06-893e-13481b9aa2b1" providerId="AD" clId="Web-{96D5FF4F-C893-BB91-0482-8A8F0C048FDD}" dt="2026-08-23T22:15:53.403" v="44"/>
      <pc:docMkLst>
        <pc:docMk/>
      </pc:docMkLst>
      <pc:sldChg chg="modNotes">
        <pc:chgData name="Vim Mahakumbura" userId="S::s4982539@uq.edu.au::d742d8eb-1b8a-4e06-893e-13481b9aa2b1" providerId="AD" clId="Web-{96D5FF4F-C893-BB91-0482-8A8F0C048FDD}" dt="2026-08-23T22:15:53.403" v="44"/>
        <pc:sldMkLst>
          <pc:docMk/>
          <pc:sldMk cId="2037775068" sldId="257"/>
        </pc:sldMkLst>
      </pc:sldChg>
      <pc:sldChg chg="modSp">
        <pc:chgData name="Vim Mahakumbura" userId="S::s4982539@uq.edu.au::d742d8eb-1b8a-4e06-893e-13481b9aa2b1" providerId="AD" clId="Web-{96D5FF4F-C893-BB91-0482-8A8F0C048FDD}" dt="2026-08-23T22:14:07.962" v="43" actId="20577"/>
        <pc:sldMkLst>
          <pc:docMk/>
          <pc:sldMk cId="1945292269" sldId="266"/>
        </pc:sldMkLst>
        <pc:spChg chg="mod">
          <ac:chgData name="Vim Mahakumbura" userId="S::s4982539@uq.edu.au::d742d8eb-1b8a-4e06-893e-13481b9aa2b1" providerId="AD" clId="Web-{96D5FF4F-C893-BB91-0482-8A8F0C048FDD}" dt="2026-08-23T22:14:07.962" v="43" actId="20577"/>
          <ac:spMkLst>
            <pc:docMk/>
            <pc:sldMk cId="1945292269" sldId="266"/>
            <ac:spMk id="6" creationId="{9657C79F-197C-BB14-64ED-CED33032242C}"/>
          </ac:spMkLst>
        </pc:spChg>
      </pc:sldChg>
    </pc:docChg>
  </pc:docChgLst>
  <pc:docChgLst>
    <pc:chgData name="Vim Mahakumbura" userId="S::s4982539@uq.edu.au::d742d8eb-1b8a-4e06-893e-13481b9aa2b1" providerId="AD" clId="Web-{C2F348AD-1B56-4FF6-83A7-B6F355D946D8}"/>
    <pc:docChg chg="mod addSld delSld modSld">
      <pc:chgData name="Vim Mahakumbura" userId="S::s4982539@uq.edu.au::d742d8eb-1b8a-4e06-893e-13481b9aa2b1" providerId="AD" clId="Web-{C2F348AD-1B56-4FF6-83A7-B6F355D946D8}" dt="2026-08-23T08:59:00.247" v="2214" actId="1076"/>
      <pc:docMkLst>
        <pc:docMk/>
      </pc:docMkLst>
      <pc:sldChg chg="addSp delSp modSp">
        <pc:chgData name="Vim Mahakumbura" userId="S::s4982539@uq.edu.au::d742d8eb-1b8a-4e06-893e-13481b9aa2b1" providerId="AD" clId="Web-{C2F348AD-1B56-4FF6-83A7-B6F355D946D8}" dt="2026-08-23T07:12:49.146" v="226"/>
        <pc:sldMkLst>
          <pc:docMk/>
          <pc:sldMk cId="2037775068" sldId="257"/>
        </pc:sldMkLst>
        <pc:spChg chg="mod">
          <ac:chgData name="Vim Mahakumbura" userId="S::s4982539@uq.edu.au::d742d8eb-1b8a-4e06-893e-13481b9aa2b1" providerId="AD" clId="Web-{C2F348AD-1B56-4FF6-83A7-B6F355D946D8}" dt="2026-08-23T04:43:21.788" v="221" actId="1076"/>
          <ac:spMkLst>
            <pc:docMk/>
            <pc:sldMk cId="2037775068" sldId="257"/>
            <ac:spMk id="3" creationId="{BE34EC9D-3045-5E95-A814-8D15E70592EA}"/>
          </ac:spMkLst>
        </pc:spChg>
        <pc:spChg chg="del mod">
          <ac:chgData name="Vim Mahakumbura" userId="S::s4982539@uq.edu.au::d742d8eb-1b8a-4e06-893e-13481b9aa2b1" providerId="AD" clId="Web-{C2F348AD-1B56-4FF6-83A7-B6F355D946D8}" dt="2026-08-23T07:12:49.146" v="226"/>
          <ac:spMkLst>
            <pc:docMk/>
            <pc:sldMk cId="2037775068" sldId="257"/>
            <ac:spMk id="4" creationId="{3DD583CA-5B6B-F915-2266-71A035912609}"/>
          </ac:spMkLst>
        </pc:spChg>
        <pc:spChg chg="add mod">
          <ac:chgData name="Vim Mahakumbura" userId="S::s4982539@uq.edu.au::d742d8eb-1b8a-4e06-893e-13481b9aa2b1" providerId="AD" clId="Web-{C2F348AD-1B56-4FF6-83A7-B6F355D946D8}" dt="2026-08-23T04:43:24.085" v="222" actId="1076"/>
          <ac:spMkLst>
            <pc:docMk/>
            <pc:sldMk cId="2037775068" sldId="257"/>
            <ac:spMk id="5" creationId="{CFEC951E-5315-5965-587B-D850F32D5B2C}"/>
          </ac:spMkLst>
        </pc:spChg>
      </pc:sldChg>
      <pc:sldChg chg="modSp">
        <pc:chgData name="Vim Mahakumbura" userId="S::s4982539@uq.edu.au::d742d8eb-1b8a-4e06-893e-13481b9aa2b1" providerId="AD" clId="Web-{C2F348AD-1B56-4FF6-83A7-B6F355D946D8}" dt="2026-08-23T04:22:32.735" v="180" actId="1076"/>
        <pc:sldMkLst>
          <pc:docMk/>
          <pc:sldMk cId="3251886831" sldId="262"/>
        </pc:sldMkLst>
        <pc:spChg chg="mod">
          <ac:chgData name="Vim Mahakumbura" userId="S::s4982539@uq.edu.au::d742d8eb-1b8a-4e06-893e-13481b9aa2b1" providerId="AD" clId="Web-{C2F348AD-1B56-4FF6-83A7-B6F355D946D8}" dt="2026-08-23T04:22:32.735" v="180" actId="1076"/>
          <ac:spMkLst>
            <pc:docMk/>
            <pc:sldMk cId="3251886831" sldId="262"/>
            <ac:spMk id="3" creationId="{CB0CB4AC-341B-4E81-284D-B57710604012}"/>
          </ac:spMkLst>
        </pc:spChg>
      </pc:sldChg>
      <pc:sldChg chg="addSp delSp modSp add replId modNotes">
        <pc:chgData name="Vim Mahakumbura" userId="S::s4982539@uq.edu.au::d742d8eb-1b8a-4e06-893e-13481b9aa2b1" providerId="AD" clId="Web-{C2F348AD-1B56-4FF6-83A7-B6F355D946D8}" dt="2026-08-23T07:40:02.509" v="1800"/>
        <pc:sldMkLst>
          <pc:docMk/>
          <pc:sldMk cId="2951960762" sldId="263"/>
        </pc:sldMkLst>
        <pc:spChg chg="mod">
          <ac:chgData name="Vim Mahakumbura" userId="S::s4982539@uq.edu.au::d742d8eb-1b8a-4e06-893e-13481b9aa2b1" providerId="AD" clId="Web-{C2F348AD-1B56-4FF6-83A7-B6F355D946D8}" dt="2026-08-23T04:07:51.944" v="123" actId="20577"/>
          <ac:spMkLst>
            <pc:docMk/>
            <pc:sldMk cId="2951960762" sldId="263"/>
            <ac:spMk id="2" creationId="{CBBC0B4A-3BB8-C8AB-9D57-6C3DC286A3A7}"/>
          </ac:spMkLst>
        </pc:spChg>
        <pc:spChg chg="mod">
          <ac:chgData name="Vim Mahakumbura" userId="S::s4982539@uq.edu.au::d742d8eb-1b8a-4e06-893e-13481b9aa2b1" providerId="AD" clId="Web-{C2F348AD-1B56-4FF6-83A7-B6F355D946D8}" dt="2026-08-23T03:59:15.471" v="39" actId="20577"/>
          <ac:spMkLst>
            <pc:docMk/>
            <pc:sldMk cId="2951960762" sldId="263"/>
            <ac:spMk id="3" creationId="{65533174-2308-55BF-BFB6-8E0AD314F5A9}"/>
          </ac:spMkLst>
        </pc:spChg>
        <pc:spChg chg="del mod">
          <ac:chgData name="Vim Mahakumbura" userId="S::s4982539@uq.edu.au::d742d8eb-1b8a-4e06-893e-13481b9aa2b1" providerId="AD" clId="Web-{C2F348AD-1B56-4FF6-83A7-B6F355D946D8}" dt="2026-08-23T03:49:54.425" v="2"/>
          <ac:spMkLst>
            <pc:docMk/>
            <pc:sldMk cId="2951960762" sldId="263"/>
            <ac:spMk id="5" creationId="{C82595D1-0ACE-A3B3-78D7-500179C5B091}"/>
          </ac:spMkLst>
        </pc:spChg>
        <pc:spChg chg="add mod">
          <ac:chgData name="Vim Mahakumbura" userId="S::s4982539@uq.edu.au::d742d8eb-1b8a-4e06-893e-13481b9aa2b1" providerId="AD" clId="Web-{C2F348AD-1B56-4FF6-83A7-B6F355D946D8}" dt="2026-08-23T04:08:03.241" v="124" actId="1076"/>
          <ac:spMkLst>
            <pc:docMk/>
            <pc:sldMk cId="2951960762" sldId="263"/>
            <ac:spMk id="7" creationId="{6F61B941-BED1-D2E3-FE1F-FA803F1151CB}"/>
          </ac:spMkLst>
        </pc:spChg>
        <pc:spChg chg="add mod">
          <ac:chgData name="Vim Mahakumbura" userId="S::s4982539@uq.edu.au::d742d8eb-1b8a-4e06-893e-13481b9aa2b1" providerId="AD" clId="Web-{C2F348AD-1B56-4FF6-83A7-B6F355D946D8}" dt="2026-08-23T04:08:19.288" v="129" actId="1076"/>
          <ac:spMkLst>
            <pc:docMk/>
            <pc:sldMk cId="2951960762" sldId="263"/>
            <ac:spMk id="10" creationId="{60085146-1132-B9D2-8268-3B4D55C07B86}"/>
          </ac:spMkLst>
        </pc:spChg>
        <pc:spChg chg="add mod">
          <ac:chgData name="Vim Mahakumbura" userId="S::s4982539@uq.edu.au::d742d8eb-1b8a-4e06-893e-13481b9aa2b1" providerId="AD" clId="Web-{C2F348AD-1B56-4FF6-83A7-B6F355D946D8}" dt="2026-08-23T04:08:19.304" v="130" actId="1076"/>
          <ac:spMkLst>
            <pc:docMk/>
            <pc:sldMk cId="2951960762" sldId="263"/>
            <ac:spMk id="11" creationId="{30F7831D-E1B9-A25F-9128-AEEBF67C2B66}"/>
          </ac:spMkLst>
        </pc:spChg>
        <pc:spChg chg="add mod">
          <ac:chgData name="Vim Mahakumbura" userId="S::s4982539@uq.edu.au::d742d8eb-1b8a-4e06-893e-13481b9aa2b1" providerId="AD" clId="Web-{C2F348AD-1B56-4FF6-83A7-B6F355D946D8}" dt="2026-08-23T04:09:31.494" v="165" actId="20577"/>
          <ac:spMkLst>
            <pc:docMk/>
            <pc:sldMk cId="2951960762" sldId="263"/>
            <ac:spMk id="13" creationId="{439233C7-8FC6-1901-B27C-0B3FEA7C9DA7}"/>
          </ac:spMkLst>
        </pc:spChg>
        <pc:spChg chg="add mod">
          <ac:chgData name="Vim Mahakumbura" userId="S::s4982539@uq.edu.au::d742d8eb-1b8a-4e06-893e-13481b9aa2b1" providerId="AD" clId="Web-{C2F348AD-1B56-4FF6-83A7-B6F355D946D8}" dt="2026-08-23T04:09:40.322" v="167" actId="1076"/>
          <ac:spMkLst>
            <pc:docMk/>
            <pc:sldMk cId="2951960762" sldId="263"/>
            <ac:spMk id="14" creationId="{2201888A-69F6-4609-F903-112A57563777}"/>
          </ac:spMkLst>
        </pc:spChg>
        <pc:spChg chg="add mod">
          <ac:chgData name="Vim Mahakumbura" userId="S::s4982539@uq.edu.au::d742d8eb-1b8a-4e06-893e-13481b9aa2b1" providerId="AD" clId="Web-{C2F348AD-1B56-4FF6-83A7-B6F355D946D8}" dt="2026-08-23T04:10:02.979" v="175" actId="1076"/>
          <ac:spMkLst>
            <pc:docMk/>
            <pc:sldMk cId="2951960762" sldId="263"/>
            <ac:spMk id="15" creationId="{171EA9BA-619A-4CB0-EB12-2AF3FC60CD9F}"/>
          </ac:spMkLst>
        </pc:spChg>
        <pc:spChg chg="add mod">
          <ac:chgData name="Vim Mahakumbura" userId="S::s4982539@uq.edu.au::d742d8eb-1b8a-4e06-893e-13481b9aa2b1" providerId="AD" clId="Web-{C2F348AD-1B56-4FF6-83A7-B6F355D946D8}" dt="2026-08-23T04:09:56.963" v="173" actId="1076"/>
          <ac:spMkLst>
            <pc:docMk/>
            <pc:sldMk cId="2951960762" sldId="263"/>
            <ac:spMk id="16" creationId="{930D62F6-ABA4-E9C8-BA8C-7417E7BD972D}"/>
          </ac:spMkLst>
        </pc:spChg>
        <pc:picChg chg="add mod modCrop">
          <ac:chgData name="Vim Mahakumbura" userId="S::s4982539@uq.edu.au::d742d8eb-1b8a-4e06-893e-13481b9aa2b1" providerId="AD" clId="Web-{C2F348AD-1B56-4FF6-83A7-B6F355D946D8}" dt="2026-08-23T04:05:52.409" v="96" actId="1076"/>
          <ac:picMkLst>
            <pc:docMk/>
            <pc:sldMk cId="2951960762" sldId="263"/>
            <ac:picMk id="4" creationId="{AC5D560D-200D-A5F9-2F1D-2B2FB3A18F7C}"/>
          </ac:picMkLst>
        </pc:picChg>
        <pc:picChg chg="add mod modCrop">
          <ac:chgData name="Vim Mahakumbura" userId="S::s4982539@uq.edu.au::d742d8eb-1b8a-4e06-893e-13481b9aa2b1" providerId="AD" clId="Web-{C2F348AD-1B56-4FF6-83A7-B6F355D946D8}" dt="2026-08-23T04:08:03.241" v="125" actId="1076"/>
          <ac:picMkLst>
            <pc:docMk/>
            <pc:sldMk cId="2951960762" sldId="263"/>
            <ac:picMk id="8" creationId="{80DF4EF4-9B43-6971-8369-7CD7C92BDFB3}"/>
          </ac:picMkLst>
        </pc:picChg>
        <pc:picChg chg="add mod modCrop">
          <ac:chgData name="Vim Mahakumbura" userId="S::s4982539@uq.edu.au::d742d8eb-1b8a-4e06-893e-13481b9aa2b1" providerId="AD" clId="Web-{C2F348AD-1B56-4FF6-83A7-B6F355D946D8}" dt="2026-08-23T04:08:19.288" v="128" actId="1076"/>
          <ac:picMkLst>
            <pc:docMk/>
            <pc:sldMk cId="2951960762" sldId="263"/>
            <ac:picMk id="9" creationId="{FA204B84-BA30-C982-4131-1005EE942159}"/>
          </ac:picMkLst>
        </pc:picChg>
        <pc:picChg chg="add mod">
          <ac:chgData name="Vim Mahakumbura" userId="S::s4982539@uq.edu.au::d742d8eb-1b8a-4e06-893e-13481b9aa2b1" providerId="AD" clId="Web-{C2F348AD-1B56-4FF6-83A7-B6F355D946D8}" dt="2026-08-23T04:08:19.304" v="131" actId="1076"/>
          <ac:picMkLst>
            <pc:docMk/>
            <pc:sldMk cId="2951960762" sldId="263"/>
            <ac:picMk id="12" creationId="{A375CC09-7087-812B-7122-12282CB872FF}"/>
          </ac:picMkLst>
        </pc:picChg>
      </pc:sldChg>
      <pc:sldChg chg="modSp">
        <pc:chgData name="Vim Mahakumbura" userId="S::s4982539@uq.edu.au::d742d8eb-1b8a-4e06-893e-13481b9aa2b1" providerId="AD" clId="Web-{C2F348AD-1B56-4FF6-83A7-B6F355D946D8}" dt="2026-08-23T04:21:17.467" v="178" actId="1076"/>
        <pc:sldMkLst>
          <pc:docMk/>
          <pc:sldMk cId="1016914343" sldId="264"/>
        </pc:sldMkLst>
        <pc:picChg chg="mod">
          <ac:chgData name="Vim Mahakumbura" userId="S::s4982539@uq.edu.au::d742d8eb-1b8a-4e06-893e-13481b9aa2b1" providerId="AD" clId="Web-{C2F348AD-1B56-4FF6-83A7-B6F355D946D8}" dt="2026-08-23T04:21:17.467" v="178" actId="1076"/>
          <ac:picMkLst>
            <pc:docMk/>
            <pc:sldMk cId="1016914343" sldId="264"/>
            <ac:picMk id="5" creationId="{58CB9D3F-3378-E8CB-4B53-7886F88FC04E}"/>
          </ac:picMkLst>
        </pc:picChg>
      </pc:sldChg>
      <pc:sldChg chg="new del">
        <pc:chgData name="Vim Mahakumbura" userId="S::s4982539@uq.edu.au::d742d8eb-1b8a-4e06-893e-13481b9aa2b1" providerId="AD" clId="Web-{C2F348AD-1B56-4FF6-83A7-B6F355D946D8}" dt="2026-08-23T04:08:34.070" v="133"/>
        <pc:sldMkLst>
          <pc:docMk/>
          <pc:sldMk cId="2282691558" sldId="264"/>
        </pc:sldMkLst>
      </pc:sldChg>
      <pc:sldChg chg="add del replId">
        <pc:chgData name="Vim Mahakumbura" userId="S::s4982539@uq.edu.au::d742d8eb-1b8a-4e06-893e-13481b9aa2b1" providerId="AD" clId="Web-{C2F348AD-1B56-4FF6-83A7-B6F355D946D8}" dt="2026-08-23T04:23:51.987" v="182"/>
        <pc:sldMkLst>
          <pc:docMk/>
          <pc:sldMk cId="228648775" sldId="265"/>
        </pc:sldMkLst>
      </pc:sldChg>
      <pc:sldChg chg="addSp delSp modSp add">
        <pc:chgData name="Vim Mahakumbura" userId="S::s4982539@uq.edu.au::d742d8eb-1b8a-4e06-893e-13481b9aa2b1" providerId="AD" clId="Web-{C2F348AD-1B56-4FF6-83A7-B6F355D946D8}" dt="2026-08-23T04:31:49.951" v="220" actId="20577"/>
        <pc:sldMkLst>
          <pc:docMk/>
          <pc:sldMk cId="1498516157" sldId="265"/>
        </pc:sldMkLst>
        <pc:spChg chg="add del">
          <ac:chgData name="Vim Mahakumbura" userId="S::s4982539@uq.edu.au::d742d8eb-1b8a-4e06-893e-13481b9aa2b1" providerId="AD" clId="Web-{C2F348AD-1B56-4FF6-83A7-B6F355D946D8}" dt="2026-08-23T04:31:31.794" v="206"/>
          <ac:spMkLst>
            <pc:docMk/>
            <pc:sldMk cId="1498516157" sldId="265"/>
            <ac:spMk id="31" creationId="{4825BC47-61A9-10B4-6961-97568284DEFD}"/>
          </ac:spMkLst>
        </pc:spChg>
        <pc:spChg chg="add mod">
          <ac:chgData name="Vim Mahakumbura" userId="S::s4982539@uq.edu.au::d742d8eb-1b8a-4e06-893e-13481b9aa2b1" providerId="AD" clId="Web-{C2F348AD-1B56-4FF6-83A7-B6F355D946D8}" dt="2026-08-23T04:31:49.951" v="220" actId="20577"/>
          <ac:spMkLst>
            <pc:docMk/>
            <pc:sldMk cId="1498516157" sldId="265"/>
            <ac:spMk id="32" creationId="{8C533138-2A48-823E-7407-8132C615661B}"/>
          </ac:spMkLst>
        </pc:spChg>
      </pc:sldChg>
      <pc:sldChg chg="addSp modSp add">
        <pc:chgData name="Vim Mahakumbura" userId="S::s4982539@uq.edu.au::d742d8eb-1b8a-4e06-893e-13481b9aa2b1" providerId="AD" clId="Web-{C2F348AD-1B56-4FF6-83A7-B6F355D946D8}" dt="2026-08-23T07:14:51.460" v="245" actId="20577"/>
        <pc:sldMkLst>
          <pc:docMk/>
          <pc:sldMk cId="1945292269" sldId="266"/>
        </pc:sldMkLst>
        <pc:spChg chg="add mod">
          <ac:chgData name="Vim Mahakumbura" userId="S::s4982539@uq.edu.au::d742d8eb-1b8a-4e06-893e-13481b9aa2b1" providerId="AD" clId="Web-{C2F348AD-1B56-4FF6-83A7-B6F355D946D8}" dt="2026-08-23T07:14:43.882" v="242" actId="1076"/>
          <ac:spMkLst>
            <pc:docMk/>
            <pc:sldMk cId="1945292269" sldId="266"/>
            <ac:spMk id="5" creationId="{8D9D989F-1048-B149-300F-BB98570EEE17}"/>
          </ac:spMkLst>
        </pc:spChg>
        <pc:spChg chg="add mod">
          <ac:chgData name="Vim Mahakumbura" userId="S::s4982539@uq.edu.au::d742d8eb-1b8a-4e06-893e-13481b9aa2b1" providerId="AD" clId="Web-{C2F348AD-1B56-4FF6-83A7-B6F355D946D8}" dt="2026-08-23T07:14:51.460" v="245" actId="20577"/>
          <ac:spMkLst>
            <pc:docMk/>
            <pc:sldMk cId="1945292269" sldId="266"/>
            <ac:spMk id="6" creationId="{9657C79F-197C-BB14-64ED-CED33032242C}"/>
          </ac:spMkLst>
        </pc:spChg>
      </pc:sldChg>
      <pc:sldChg chg="new del">
        <pc:chgData name="Vim Mahakumbura" userId="S::s4982539@uq.edu.au::d742d8eb-1b8a-4e06-893e-13481b9aa2b1" providerId="AD" clId="Web-{C2F348AD-1B56-4FF6-83A7-B6F355D946D8}" dt="2026-08-23T04:31:25.856" v="204"/>
        <pc:sldMkLst>
          <pc:docMk/>
          <pc:sldMk cId="2413384775" sldId="266"/>
        </pc:sldMkLst>
      </pc:sldChg>
      <pc:sldChg chg="addSp delSp modSp new modNotes">
        <pc:chgData name="Vim Mahakumbura" userId="S::s4982539@uq.edu.au::d742d8eb-1b8a-4e06-893e-13481b9aa2b1" providerId="AD" clId="Web-{C2F348AD-1B56-4FF6-83A7-B6F355D946D8}" dt="2026-08-23T08:59:00.247" v="2214" actId="1076"/>
        <pc:sldMkLst>
          <pc:docMk/>
          <pc:sldMk cId="2669147823" sldId="267"/>
        </pc:sldMkLst>
        <pc:spChg chg="mod">
          <ac:chgData name="Vim Mahakumbura" userId="S::s4982539@uq.edu.au::d742d8eb-1b8a-4e06-893e-13481b9aa2b1" providerId="AD" clId="Web-{C2F348AD-1B56-4FF6-83A7-B6F355D946D8}" dt="2026-08-23T07:40:36.588" v="1808" actId="14100"/>
          <ac:spMkLst>
            <pc:docMk/>
            <pc:sldMk cId="2669147823" sldId="267"/>
            <ac:spMk id="2" creationId="{FC0220E1-92BD-FA0B-B8B1-D52E70151329}"/>
          </ac:spMkLst>
        </pc:spChg>
        <pc:spChg chg="add del">
          <ac:chgData name="Vim Mahakumbura" userId="S::s4982539@uq.edu.au::d742d8eb-1b8a-4e06-893e-13481b9aa2b1" providerId="AD" clId="Web-{C2F348AD-1B56-4FF6-83A7-B6F355D946D8}" dt="2026-08-23T08:24:53.613" v="2002"/>
          <ac:spMkLst>
            <pc:docMk/>
            <pc:sldMk cId="2669147823" sldId="267"/>
            <ac:spMk id="3" creationId="{1FF72167-AE1B-0B34-67B3-F5FF01D60EB7}"/>
          </ac:spMkLst>
        </pc:spChg>
        <pc:spChg chg="add del">
          <ac:chgData name="Vim Mahakumbura" userId="S::s4982539@uq.edu.au::d742d8eb-1b8a-4e06-893e-13481b9aa2b1" providerId="AD" clId="Web-{C2F348AD-1B56-4FF6-83A7-B6F355D946D8}" dt="2026-08-23T07:40:58.667" v="1817"/>
          <ac:spMkLst>
            <pc:docMk/>
            <pc:sldMk cId="2669147823" sldId="267"/>
            <ac:spMk id="3" creationId="{FA3FC00C-0A67-60F5-8C44-3A42F30FB668}"/>
          </ac:spMkLst>
        </pc:spChg>
        <pc:spChg chg="add del mod">
          <ac:chgData name="Vim Mahakumbura" userId="S::s4982539@uq.edu.au::d742d8eb-1b8a-4e06-893e-13481b9aa2b1" providerId="AD" clId="Web-{C2F348AD-1B56-4FF6-83A7-B6F355D946D8}" dt="2026-08-23T07:40:55.448" v="1815"/>
          <ac:spMkLst>
            <pc:docMk/>
            <pc:sldMk cId="2669147823" sldId="267"/>
            <ac:spMk id="4" creationId="{2FB8DA71-5DB6-85C6-AB3F-9DD65A6AFB94}"/>
          </ac:spMkLst>
        </pc:spChg>
        <pc:spChg chg="add del">
          <ac:chgData name="Vim Mahakumbura" userId="S::s4982539@uq.edu.au::d742d8eb-1b8a-4e06-893e-13481b9aa2b1" providerId="AD" clId="Web-{C2F348AD-1B56-4FF6-83A7-B6F355D946D8}" dt="2026-08-23T08:25:24.256" v="2006"/>
          <ac:spMkLst>
            <pc:docMk/>
            <pc:sldMk cId="2669147823" sldId="267"/>
            <ac:spMk id="4" creationId="{F0A44D2C-4C98-1791-4B2E-7D83C7E52764}"/>
          </ac:spMkLst>
        </pc:spChg>
        <pc:spChg chg="add mod ord">
          <ac:chgData name="Vim Mahakumbura" userId="S::s4982539@uq.edu.au::d742d8eb-1b8a-4e06-893e-13481b9aa2b1" providerId="AD" clId="Web-{C2F348AD-1B56-4FF6-83A7-B6F355D946D8}" dt="2026-08-23T08:48:45.589" v="2099" actId="1076"/>
          <ac:spMkLst>
            <pc:docMk/>
            <pc:sldMk cId="2669147823" sldId="267"/>
            <ac:spMk id="5" creationId="{F4145D74-F85C-8276-9D67-75FF0E9877CF}"/>
          </ac:spMkLst>
        </pc:spChg>
        <pc:spChg chg="add mod">
          <ac:chgData name="Vim Mahakumbura" userId="S::s4982539@uq.edu.au::d742d8eb-1b8a-4e06-893e-13481b9aa2b1" providerId="AD" clId="Web-{C2F348AD-1B56-4FF6-83A7-B6F355D946D8}" dt="2026-08-23T08:48:03.414" v="2089"/>
          <ac:spMkLst>
            <pc:docMk/>
            <pc:sldMk cId="2669147823" sldId="267"/>
            <ac:spMk id="6" creationId="{248E0495-1F64-3F0B-A2C0-50D58A1F2816}"/>
          </ac:spMkLst>
        </pc:spChg>
        <pc:spChg chg="add mod">
          <ac:chgData name="Vim Mahakumbura" userId="S::s4982539@uq.edu.au::d742d8eb-1b8a-4e06-893e-13481b9aa2b1" providerId="AD" clId="Web-{C2F348AD-1B56-4FF6-83A7-B6F355D946D8}" dt="2026-08-23T07:49:01.334" v="1937" actId="1076"/>
          <ac:spMkLst>
            <pc:docMk/>
            <pc:sldMk cId="2669147823" sldId="267"/>
            <ac:spMk id="7" creationId="{8050B3F9-E044-FE64-0887-335EC38C381E}"/>
          </ac:spMkLst>
        </pc:spChg>
        <pc:spChg chg="add del mod">
          <ac:chgData name="Vim Mahakumbura" userId="S::s4982539@uq.edu.au::d742d8eb-1b8a-4e06-893e-13481b9aa2b1" providerId="AD" clId="Web-{C2F348AD-1B56-4FF6-83A7-B6F355D946D8}" dt="2026-08-23T08:44:35.714" v="2050"/>
          <ac:spMkLst>
            <pc:docMk/>
            <pc:sldMk cId="2669147823" sldId="267"/>
            <ac:spMk id="8" creationId="{6AA4943B-A433-FDA9-9ABD-1D9C9FCCA3C4}"/>
          </ac:spMkLst>
        </pc:spChg>
        <pc:spChg chg="add mod">
          <ac:chgData name="Vim Mahakumbura" userId="S::s4982539@uq.edu.au::d742d8eb-1b8a-4e06-893e-13481b9aa2b1" providerId="AD" clId="Web-{C2F348AD-1B56-4FF6-83A7-B6F355D946D8}" dt="2026-08-23T08:49:02.980" v="2101" actId="1076"/>
          <ac:spMkLst>
            <pc:docMk/>
            <pc:sldMk cId="2669147823" sldId="267"/>
            <ac:spMk id="10" creationId="{F825F0F8-4F99-3EB5-591A-CFA2FF3D146C}"/>
          </ac:spMkLst>
        </pc:spChg>
        <pc:spChg chg="add mod">
          <ac:chgData name="Vim Mahakumbura" userId="S::s4982539@uq.edu.au::d742d8eb-1b8a-4e06-893e-13481b9aa2b1" providerId="AD" clId="Web-{C2F348AD-1B56-4FF6-83A7-B6F355D946D8}" dt="2026-08-23T07:51:16.024" v="1969" actId="1076"/>
          <ac:spMkLst>
            <pc:docMk/>
            <pc:sldMk cId="2669147823" sldId="267"/>
            <ac:spMk id="11" creationId="{C64D74CA-3434-AA7C-F696-AB1522945936}"/>
          </ac:spMkLst>
        </pc:spChg>
        <pc:spChg chg="add mod">
          <ac:chgData name="Vim Mahakumbura" userId="S::s4982539@uq.edu.au::d742d8eb-1b8a-4e06-893e-13481b9aa2b1" providerId="AD" clId="Web-{C2F348AD-1B56-4FF6-83A7-B6F355D946D8}" dt="2026-08-23T08:48:38.916" v="2098" actId="1076"/>
          <ac:spMkLst>
            <pc:docMk/>
            <pc:sldMk cId="2669147823" sldId="267"/>
            <ac:spMk id="12" creationId="{66B105B4-DEA6-B889-1AD6-F562F9CE8623}"/>
          </ac:spMkLst>
        </pc:spChg>
        <pc:spChg chg="add mod">
          <ac:chgData name="Vim Mahakumbura" userId="S::s4982539@uq.edu.au::d742d8eb-1b8a-4e06-893e-13481b9aa2b1" providerId="AD" clId="Web-{C2F348AD-1B56-4FF6-83A7-B6F355D946D8}" dt="2026-08-23T08:58:53.934" v="2213" actId="1076"/>
          <ac:spMkLst>
            <pc:docMk/>
            <pc:sldMk cId="2669147823" sldId="267"/>
            <ac:spMk id="14" creationId="{5D03FFF0-F6B5-05BE-6A44-0D1FBF293B98}"/>
          </ac:spMkLst>
        </pc:spChg>
        <pc:spChg chg="add mod">
          <ac:chgData name="Vim Mahakumbura" userId="S::s4982539@uq.edu.au::d742d8eb-1b8a-4e06-893e-13481b9aa2b1" providerId="AD" clId="Web-{C2F348AD-1B56-4FF6-83A7-B6F355D946D8}" dt="2026-08-23T07:49:42.803" v="1945" actId="1076"/>
          <ac:spMkLst>
            <pc:docMk/>
            <pc:sldMk cId="2669147823" sldId="267"/>
            <ac:spMk id="15" creationId="{55894067-B958-1011-14F0-3BF85F8AA865}"/>
          </ac:spMkLst>
        </pc:spChg>
        <pc:spChg chg="add mod">
          <ac:chgData name="Vim Mahakumbura" userId="S::s4982539@uq.edu.au::d742d8eb-1b8a-4e06-893e-13481b9aa2b1" providerId="AD" clId="Web-{C2F348AD-1B56-4FF6-83A7-B6F355D946D8}" dt="2026-08-23T08:59:00.247" v="2214" actId="1076"/>
          <ac:spMkLst>
            <pc:docMk/>
            <pc:sldMk cId="2669147823" sldId="267"/>
            <ac:spMk id="16" creationId="{02925070-15FC-5E43-9C7F-6B7ABCB2EFE9}"/>
          </ac:spMkLst>
        </pc:spChg>
        <pc:spChg chg="add mod">
          <ac:chgData name="Vim Mahakumbura" userId="S::s4982539@uq.edu.au::d742d8eb-1b8a-4e06-893e-13481b9aa2b1" providerId="AD" clId="Web-{C2F348AD-1B56-4FF6-83A7-B6F355D946D8}" dt="2026-08-23T07:51:49.680" v="1984" actId="1076"/>
          <ac:spMkLst>
            <pc:docMk/>
            <pc:sldMk cId="2669147823" sldId="267"/>
            <ac:spMk id="17" creationId="{2A96CEB5-3F2A-FEDB-9EE2-092B9A5E2B3E}"/>
          </ac:spMkLst>
        </pc:spChg>
        <pc:spChg chg="add mod">
          <ac:chgData name="Vim Mahakumbura" userId="S::s4982539@uq.edu.au::d742d8eb-1b8a-4e06-893e-13481b9aa2b1" providerId="AD" clId="Web-{C2F348AD-1B56-4FF6-83A7-B6F355D946D8}" dt="2026-08-23T07:50:00.569" v="1950"/>
          <ac:spMkLst>
            <pc:docMk/>
            <pc:sldMk cId="2669147823" sldId="267"/>
            <ac:spMk id="25" creationId="{56501C58-8839-B03F-ADB8-3576ECBC669E}"/>
          </ac:spMkLst>
        </pc:spChg>
        <pc:spChg chg="add mod">
          <ac:chgData name="Vim Mahakumbura" userId="S::s4982539@uq.edu.au::d742d8eb-1b8a-4e06-893e-13481b9aa2b1" providerId="AD" clId="Web-{C2F348AD-1B56-4FF6-83A7-B6F355D946D8}" dt="2026-08-23T07:50:10.163" v="1952" actId="1076"/>
          <ac:spMkLst>
            <pc:docMk/>
            <pc:sldMk cId="2669147823" sldId="267"/>
            <ac:spMk id="35" creationId="{8A531D50-7362-1783-0B8F-4DDD7B37C956}"/>
          </ac:spMkLst>
        </pc:spChg>
        <pc:spChg chg="add mod">
          <ac:chgData name="Vim Mahakumbura" userId="S::s4982539@uq.edu.au::d742d8eb-1b8a-4e06-893e-13481b9aa2b1" providerId="AD" clId="Web-{C2F348AD-1B56-4FF6-83A7-B6F355D946D8}" dt="2026-08-23T07:51:16.024" v="1971" actId="1076"/>
          <ac:spMkLst>
            <pc:docMk/>
            <pc:sldMk cId="2669147823" sldId="267"/>
            <ac:spMk id="36" creationId="{D3E7DCEC-886E-E45D-E336-56979A4F1DCD}"/>
          </ac:spMkLst>
        </pc:spChg>
        <pc:spChg chg="add mod">
          <ac:chgData name="Vim Mahakumbura" userId="S::s4982539@uq.edu.au::d742d8eb-1b8a-4e06-893e-13481b9aa2b1" providerId="AD" clId="Web-{C2F348AD-1B56-4FF6-83A7-B6F355D946D8}" dt="2026-08-23T07:51:49.680" v="1986" actId="1076"/>
          <ac:spMkLst>
            <pc:docMk/>
            <pc:sldMk cId="2669147823" sldId="267"/>
            <ac:spMk id="37" creationId="{ECD02064-C3B7-5169-B6E2-6DECC581B3C0}"/>
          </ac:spMkLst>
        </pc:spChg>
        <pc:picChg chg="add mod">
          <ac:chgData name="Vim Mahakumbura" userId="S::s4982539@uq.edu.au::d742d8eb-1b8a-4e06-893e-13481b9aa2b1" providerId="AD" clId="Web-{C2F348AD-1B56-4FF6-83A7-B6F355D946D8}" dt="2026-08-23T07:48:53.865" v="1935" actId="1076"/>
          <ac:picMkLst>
            <pc:docMk/>
            <pc:sldMk cId="2669147823" sldId="267"/>
            <ac:picMk id="9" creationId="{00CEE301-50B9-FAB9-AB47-9907AD725222}"/>
          </ac:picMkLst>
        </pc:picChg>
        <pc:picChg chg="add mod">
          <ac:chgData name="Vim Mahakumbura" userId="S::s4982539@uq.edu.au::d742d8eb-1b8a-4e06-893e-13481b9aa2b1" providerId="AD" clId="Web-{C2F348AD-1B56-4FF6-83A7-B6F355D946D8}" dt="2026-08-23T07:50:26.617" v="1957" actId="1076"/>
          <ac:picMkLst>
            <pc:docMk/>
            <pc:sldMk cId="2669147823" sldId="267"/>
            <ac:picMk id="13" creationId="{9F31A8EA-0EEC-CB3B-5ACE-F8F55D7587A1}"/>
          </ac:picMkLst>
        </pc:picChg>
        <pc:picChg chg="add mod">
          <ac:chgData name="Vim Mahakumbura" userId="S::s4982539@uq.edu.au::d742d8eb-1b8a-4e06-893e-13481b9aa2b1" providerId="AD" clId="Web-{C2F348AD-1B56-4FF6-83A7-B6F355D946D8}" dt="2026-08-23T07:51:49.680" v="1985" actId="1076"/>
          <ac:picMkLst>
            <pc:docMk/>
            <pc:sldMk cId="2669147823" sldId="267"/>
            <ac:picMk id="19" creationId="{1E1BD5AC-FC3B-C98D-C99C-F7776F7145E6}"/>
          </ac:picMkLst>
        </pc:picChg>
        <pc:picChg chg="add mod">
          <ac:chgData name="Vim Mahakumbura" userId="S::s4982539@uq.edu.au::d742d8eb-1b8a-4e06-893e-13481b9aa2b1" providerId="AD" clId="Web-{C2F348AD-1B56-4FF6-83A7-B6F355D946D8}" dt="2026-08-23T07:51:16.024" v="1970" actId="1076"/>
          <ac:picMkLst>
            <pc:docMk/>
            <pc:sldMk cId="2669147823" sldId="267"/>
            <ac:picMk id="21" creationId="{F943E1D7-9EF9-3025-CBB6-5010C180A1E4}"/>
          </ac:picMkLst>
        </pc:picChg>
        <pc:inkChg chg="add del">
          <ac:chgData name="Vim Mahakumbura" userId="S::s4982539@uq.edu.au::d742d8eb-1b8a-4e06-893e-13481b9aa2b1" providerId="AD" clId="Web-{C2F348AD-1B56-4FF6-83A7-B6F355D946D8}" dt="2026-08-23T07:47:47.458" v="1904"/>
          <ac:inkMkLst>
            <pc:docMk/>
            <pc:sldMk cId="2669147823" sldId="267"/>
            <ac:inkMk id="22" creationId="{D1E10D0A-6333-AE0C-EBF4-FB5EF861EDEB}"/>
          </ac:inkMkLst>
        </pc:inkChg>
        <pc:inkChg chg="add del">
          <ac:chgData name="Vim Mahakumbura" userId="S::s4982539@uq.edu.au::d742d8eb-1b8a-4e06-893e-13481b9aa2b1" providerId="AD" clId="Web-{C2F348AD-1B56-4FF6-83A7-B6F355D946D8}" dt="2026-08-23T07:47:48.645" v="1906"/>
          <ac:inkMkLst>
            <pc:docMk/>
            <pc:sldMk cId="2669147823" sldId="267"/>
            <ac:inkMk id="23" creationId="{AAFEB85C-F40D-A5F6-118B-B47EB5176DF1}"/>
          </ac:inkMkLst>
        </pc:inkChg>
        <pc:inkChg chg="add del">
          <ac:chgData name="Vim Mahakumbura" userId="S::s4982539@uq.edu.au::d742d8eb-1b8a-4e06-893e-13481b9aa2b1" providerId="AD" clId="Web-{C2F348AD-1B56-4FF6-83A7-B6F355D946D8}" dt="2026-08-23T07:53:51.416" v="1998"/>
          <ac:inkMkLst>
            <pc:docMk/>
            <pc:sldMk cId="2669147823" sldId="267"/>
            <ac:inkMk id="24" creationId="{CE388AE9-E619-EA6D-F4A5-DEAA1B12D16C}"/>
          </ac:inkMkLst>
        </pc:inkChg>
        <pc:inkChg chg="add del">
          <ac:chgData name="Vim Mahakumbura" userId="S::s4982539@uq.edu.au::d742d8eb-1b8a-4e06-893e-13481b9aa2b1" providerId="AD" clId="Web-{C2F348AD-1B56-4FF6-83A7-B6F355D946D8}" dt="2026-08-23T07:48:23.802" v="1924"/>
          <ac:inkMkLst>
            <pc:docMk/>
            <pc:sldMk cId="2669147823" sldId="267"/>
            <ac:inkMk id="26" creationId="{AE6B1176-EC28-93AE-73C7-538299296EB0}"/>
          </ac:inkMkLst>
        </pc:inkChg>
        <pc:inkChg chg="add del">
          <ac:chgData name="Vim Mahakumbura" userId="S::s4982539@uq.edu.au::d742d8eb-1b8a-4e06-893e-13481b9aa2b1" providerId="AD" clId="Web-{C2F348AD-1B56-4FF6-83A7-B6F355D946D8}" dt="2026-08-23T07:48:21.318" v="1923"/>
          <ac:inkMkLst>
            <pc:docMk/>
            <pc:sldMk cId="2669147823" sldId="267"/>
            <ac:inkMk id="27" creationId="{1C91873A-5403-3145-E08F-DC61C2EA6A40}"/>
          </ac:inkMkLst>
        </pc:inkChg>
        <pc:inkChg chg="add del">
          <ac:chgData name="Vim Mahakumbura" userId="S::s4982539@uq.edu.au::d742d8eb-1b8a-4e06-893e-13481b9aa2b1" providerId="AD" clId="Web-{C2F348AD-1B56-4FF6-83A7-B6F355D946D8}" dt="2026-08-23T07:48:21.193" v="1922"/>
          <ac:inkMkLst>
            <pc:docMk/>
            <pc:sldMk cId="2669147823" sldId="267"/>
            <ac:inkMk id="28" creationId="{661D2EF3-DD6B-0097-3C42-D5D3B47FE867}"/>
          </ac:inkMkLst>
        </pc:inkChg>
        <pc:inkChg chg="add del">
          <ac:chgData name="Vim Mahakumbura" userId="S::s4982539@uq.edu.au::d742d8eb-1b8a-4e06-893e-13481b9aa2b1" providerId="AD" clId="Web-{C2F348AD-1B56-4FF6-83A7-B6F355D946D8}" dt="2026-08-23T07:48:21.068" v="1921"/>
          <ac:inkMkLst>
            <pc:docMk/>
            <pc:sldMk cId="2669147823" sldId="267"/>
            <ac:inkMk id="29" creationId="{A6B68733-1267-CFCC-50D9-FAD44353807E}"/>
          </ac:inkMkLst>
        </pc:inkChg>
        <pc:inkChg chg="add del">
          <ac:chgData name="Vim Mahakumbura" userId="S::s4982539@uq.edu.au::d742d8eb-1b8a-4e06-893e-13481b9aa2b1" providerId="AD" clId="Web-{C2F348AD-1B56-4FF6-83A7-B6F355D946D8}" dt="2026-08-23T07:48:21.068" v="1920"/>
          <ac:inkMkLst>
            <pc:docMk/>
            <pc:sldMk cId="2669147823" sldId="267"/>
            <ac:inkMk id="30" creationId="{2F88BD4E-AFAF-E2F5-7A03-582607D67173}"/>
          </ac:inkMkLst>
        </pc:inkChg>
        <pc:inkChg chg="add del">
          <ac:chgData name="Vim Mahakumbura" userId="S::s4982539@uq.edu.au::d742d8eb-1b8a-4e06-893e-13481b9aa2b1" providerId="AD" clId="Web-{C2F348AD-1B56-4FF6-83A7-B6F355D946D8}" dt="2026-08-23T07:48:37.771" v="1928"/>
          <ac:inkMkLst>
            <pc:docMk/>
            <pc:sldMk cId="2669147823" sldId="267"/>
            <ac:inkMk id="31" creationId="{045DACFE-4C86-E759-E95E-AA812063B622}"/>
          </ac:inkMkLst>
        </pc:inkChg>
        <pc:inkChg chg="add del">
          <ac:chgData name="Vim Mahakumbura" userId="S::s4982539@uq.edu.au::d742d8eb-1b8a-4e06-893e-13481b9aa2b1" providerId="AD" clId="Web-{C2F348AD-1B56-4FF6-83A7-B6F355D946D8}" dt="2026-08-23T07:51:50.508" v="1987"/>
          <ac:inkMkLst>
            <pc:docMk/>
            <pc:sldMk cId="2669147823" sldId="267"/>
            <ac:inkMk id="32" creationId="{D951A3F0-9AAE-7C05-F8AC-E7AE51840C14}"/>
          </ac:inkMkLst>
        </pc:inkChg>
        <pc:inkChg chg="add del">
          <ac:chgData name="Vim Mahakumbura" userId="S::s4982539@uq.edu.au::d742d8eb-1b8a-4e06-893e-13481b9aa2b1" providerId="AD" clId="Web-{C2F348AD-1B56-4FF6-83A7-B6F355D946D8}" dt="2026-08-23T07:48:43.037" v="1933"/>
          <ac:inkMkLst>
            <pc:docMk/>
            <pc:sldMk cId="2669147823" sldId="267"/>
            <ac:inkMk id="33" creationId="{DE3D1C08-EEA1-76BE-AB09-C934E4D05A4B}"/>
          </ac:inkMkLst>
        </pc:inkChg>
        <pc:inkChg chg="add del">
          <ac:chgData name="Vim Mahakumbura" userId="S::s4982539@uq.edu.au::d742d8eb-1b8a-4e06-893e-13481b9aa2b1" providerId="AD" clId="Web-{C2F348AD-1B56-4FF6-83A7-B6F355D946D8}" dt="2026-08-23T07:48:40.209" v="1932"/>
          <ac:inkMkLst>
            <pc:docMk/>
            <pc:sldMk cId="2669147823" sldId="267"/>
            <ac:inkMk id="34" creationId="{0EE07DD7-5D49-BAF9-E592-2F1FF4ECE8D2}"/>
          </ac:inkMkLst>
        </pc:inkChg>
        <pc:inkChg chg="add del">
          <ac:chgData name="Vim Mahakumbura" userId="S::s4982539@uq.edu.au::d742d8eb-1b8a-4e06-893e-13481b9aa2b1" providerId="AD" clId="Web-{C2F348AD-1B56-4FF6-83A7-B6F355D946D8}" dt="2026-08-23T07:51:45.696" v="1980"/>
          <ac:inkMkLst>
            <pc:docMk/>
            <pc:sldMk cId="2669147823" sldId="267"/>
            <ac:inkMk id="38" creationId="{19CEF5F3-A0BC-EBBE-A418-17F01B4AE147}"/>
          </ac:inkMkLst>
        </pc:inkChg>
        <pc:inkChg chg="add del">
          <ac:chgData name="Vim Mahakumbura" userId="S::s4982539@uq.edu.au::d742d8eb-1b8a-4e06-893e-13481b9aa2b1" providerId="AD" clId="Web-{C2F348AD-1B56-4FF6-83A7-B6F355D946D8}" dt="2026-08-23T07:51:45.165" v="1979"/>
          <ac:inkMkLst>
            <pc:docMk/>
            <pc:sldMk cId="2669147823" sldId="267"/>
            <ac:inkMk id="39" creationId="{3B59564D-D730-D4E6-FAD2-BD3CFD4B88FB}"/>
          </ac:inkMkLst>
        </pc:inkChg>
        <pc:inkChg chg="add del">
          <ac:chgData name="Vim Mahakumbura" userId="S::s4982539@uq.edu.au::d742d8eb-1b8a-4e06-893e-13481b9aa2b1" providerId="AD" clId="Web-{C2F348AD-1B56-4FF6-83A7-B6F355D946D8}" dt="2026-08-23T07:51:44.618" v="1978"/>
          <ac:inkMkLst>
            <pc:docMk/>
            <pc:sldMk cId="2669147823" sldId="267"/>
            <ac:inkMk id="40" creationId="{DBB31DAB-EC2E-8349-C225-55C196CCC2E8}"/>
          </ac:inkMkLst>
        </pc:inkChg>
        <pc:inkChg chg="add">
          <ac:chgData name="Vim Mahakumbura" userId="S::s4982539@uq.edu.au::d742d8eb-1b8a-4e06-893e-13481b9aa2b1" providerId="AD" clId="Web-{C2F348AD-1B56-4FF6-83A7-B6F355D946D8}" dt="2026-08-23T07:51:57.915" v="1988"/>
          <ac:inkMkLst>
            <pc:docMk/>
            <pc:sldMk cId="2669147823" sldId="267"/>
            <ac:inkMk id="41" creationId="{FA8AF820-6F80-6E35-6799-083F75973856}"/>
          </ac:inkMkLst>
        </pc:inkChg>
        <pc:inkChg chg="add del">
          <ac:chgData name="Vim Mahakumbura" userId="S::s4982539@uq.edu.au::d742d8eb-1b8a-4e06-893e-13481b9aa2b1" providerId="AD" clId="Web-{C2F348AD-1B56-4FF6-83A7-B6F355D946D8}" dt="2026-08-23T07:52:00.962" v="1990"/>
          <ac:inkMkLst>
            <pc:docMk/>
            <pc:sldMk cId="2669147823" sldId="267"/>
            <ac:inkMk id="42" creationId="{2933D6F9-03CA-C1D0-976B-0D0CC813E379}"/>
          </ac:inkMkLst>
        </pc:inkChg>
        <pc:inkChg chg="add del">
          <ac:chgData name="Vim Mahakumbura" userId="S::s4982539@uq.edu.au::d742d8eb-1b8a-4e06-893e-13481b9aa2b1" providerId="AD" clId="Web-{C2F348AD-1B56-4FF6-83A7-B6F355D946D8}" dt="2026-08-23T07:52:02.555" v="1992"/>
          <ac:inkMkLst>
            <pc:docMk/>
            <pc:sldMk cId="2669147823" sldId="267"/>
            <ac:inkMk id="43" creationId="{8880EC5D-D9C9-F6AF-2F1A-B05AA4902B90}"/>
          </ac:inkMkLst>
        </pc:inkChg>
        <pc:inkChg chg="add">
          <ac:chgData name="Vim Mahakumbura" userId="S::s4982539@uq.edu.au::d742d8eb-1b8a-4e06-893e-13481b9aa2b1" providerId="AD" clId="Web-{C2F348AD-1B56-4FF6-83A7-B6F355D946D8}" dt="2026-08-23T07:52:06.102" v="1993"/>
          <ac:inkMkLst>
            <pc:docMk/>
            <pc:sldMk cId="2669147823" sldId="267"/>
            <ac:inkMk id="44" creationId="{AFBF1A90-40D9-8318-A1AC-8F430564AB8B}"/>
          </ac:inkMkLst>
        </pc:inkChg>
        <pc:inkChg chg="add mod">
          <ac:chgData name="Vim Mahakumbura" userId="S::s4982539@uq.edu.au::d742d8eb-1b8a-4e06-893e-13481b9aa2b1" providerId="AD" clId="Web-{C2F348AD-1B56-4FF6-83A7-B6F355D946D8}" dt="2026-08-23T08:50:24.641" v="2115" actId="1076"/>
          <ac:inkMkLst>
            <pc:docMk/>
            <pc:sldMk cId="2669147823" sldId="267"/>
            <ac:inkMk id="45" creationId="{7446BF6E-2EA0-F026-E1FA-322D34481B2C}"/>
          </ac:inkMkLst>
        </pc:inkChg>
        <pc:inkChg chg="add">
          <ac:chgData name="Vim Mahakumbura" userId="S::s4982539@uq.edu.au::d742d8eb-1b8a-4e06-893e-13481b9aa2b1" providerId="AD" clId="Web-{C2F348AD-1B56-4FF6-83A7-B6F355D946D8}" dt="2026-08-23T07:52:09.743" v="1995"/>
          <ac:inkMkLst>
            <pc:docMk/>
            <pc:sldMk cId="2669147823" sldId="267"/>
            <ac:inkMk id="46" creationId="{CA1FFBD8-E477-5B4A-1B10-FC8E110BAC8A}"/>
          </ac:inkMkLst>
        </pc:inkChg>
        <pc:inkChg chg="add del">
          <ac:chgData name="Vim Mahakumbura" userId="S::s4982539@uq.edu.au::d742d8eb-1b8a-4e06-893e-13481b9aa2b1" providerId="AD" clId="Web-{C2F348AD-1B56-4FF6-83A7-B6F355D946D8}" dt="2026-08-23T07:53:50.010" v="1997"/>
          <ac:inkMkLst>
            <pc:docMk/>
            <pc:sldMk cId="2669147823" sldId="267"/>
            <ac:inkMk id="47" creationId="{486AD1B5-23D7-0BB4-578A-09B08A2FEBDA}"/>
          </ac:inkMkLst>
        </pc:inkChg>
      </pc:sldChg>
      <pc:sldChg chg="add del">
        <pc:chgData name="Vim Mahakumbura" userId="S::s4982539@uq.edu.au::d742d8eb-1b8a-4e06-893e-13481b9aa2b1" providerId="AD" clId="Web-{C2F348AD-1B56-4FF6-83A7-B6F355D946D8}" dt="2026-08-23T08:25:12.959" v="2005"/>
        <pc:sldMkLst>
          <pc:docMk/>
          <pc:sldMk cId="3437355728" sldId="268"/>
        </pc:sldMkLst>
      </pc:sldChg>
      <pc:sldChg chg="modSp new">
        <pc:chgData name="Vim Mahakumbura" userId="S::s4982539@uq.edu.au::d742d8eb-1b8a-4e06-893e-13481b9aa2b1" providerId="AD" clId="Web-{C2F348AD-1B56-4FF6-83A7-B6F355D946D8}" dt="2026-08-23T08:57:15.490" v="2144" actId="20577"/>
        <pc:sldMkLst>
          <pc:docMk/>
          <pc:sldMk cId="3685926783" sldId="268"/>
        </pc:sldMkLst>
        <pc:spChg chg="mod">
          <ac:chgData name="Vim Mahakumbura" userId="S::s4982539@uq.edu.au::d742d8eb-1b8a-4e06-893e-13481b9aa2b1" providerId="AD" clId="Web-{C2F348AD-1B56-4FF6-83A7-B6F355D946D8}" dt="2026-08-23T08:53:06.811" v="2136" actId="1076"/>
          <ac:spMkLst>
            <pc:docMk/>
            <pc:sldMk cId="3685926783" sldId="268"/>
            <ac:spMk id="2" creationId="{CD7CB7C7-C969-23D0-70F8-A3BF8774D252}"/>
          </ac:spMkLst>
        </pc:spChg>
        <pc:spChg chg="mod">
          <ac:chgData name="Vim Mahakumbura" userId="S::s4982539@uq.edu.au::d742d8eb-1b8a-4e06-893e-13481b9aa2b1" providerId="AD" clId="Web-{C2F348AD-1B56-4FF6-83A7-B6F355D946D8}" dt="2026-08-23T08:57:15.490" v="2144" actId="20577"/>
          <ac:spMkLst>
            <pc:docMk/>
            <pc:sldMk cId="3685926783" sldId="268"/>
            <ac:spMk id="3" creationId="{8CC1BE14-60D4-CD3F-C810-2B80D7576A41}"/>
          </ac:spMkLst>
        </pc:spChg>
      </pc:sldChg>
      <pc:sldMasterChg chg="addSldLayout">
        <pc:chgData name="Vim Mahakumbura" userId="S::s4982539@uq.edu.au::d742d8eb-1b8a-4e06-893e-13481b9aa2b1" providerId="AD" clId="Web-{C2F348AD-1B56-4FF6-83A7-B6F355D946D8}" dt="2026-08-23T04:24:41.066" v="201"/>
        <pc:sldMasterMkLst>
          <pc:docMk/>
          <pc:sldMasterMk cId="613034817" sldId="2147483648"/>
        </pc:sldMasterMkLst>
        <pc:sldLayoutChg chg="add">
          <pc:chgData name="Vim Mahakumbura" userId="S::s4982539@uq.edu.au::d742d8eb-1b8a-4e06-893e-13481b9aa2b1" providerId="AD" clId="Web-{C2F348AD-1B56-4FF6-83A7-B6F355D946D8}" dt="2026-08-23T04:24:41.066" v="201"/>
          <pc:sldLayoutMkLst>
            <pc:docMk/>
            <pc:sldMasterMk cId="613034817" sldId="2147483648"/>
            <pc:sldLayoutMk cId="68316905" sldId="2147483660"/>
          </pc:sldLayoutMkLst>
        </pc:sldLayoutChg>
      </pc:sldMasterChg>
    </pc:docChg>
  </pc:docChgLst>
  <pc:docChgLst>
    <pc:chgData name="Dong Nguyen" userId="S::s4740711@uq.edu.au::03e5f33a-b010-4996-a729-3526284d0e95" providerId="AD" clId="Web-{29588A3E-BE02-1CBB-BE53-1D0BA1EFBD33}"/>
    <pc:docChg chg="modSld">
      <pc:chgData name="Dong Nguyen" userId="S::s4740711@uq.edu.au::03e5f33a-b010-4996-a729-3526284d0e95" providerId="AD" clId="Web-{29588A3E-BE02-1CBB-BE53-1D0BA1EFBD33}" dt="2026-08-24T10:41:12.901" v="68" actId="20577"/>
      <pc:docMkLst>
        <pc:docMk/>
      </pc:docMkLst>
      <pc:sldChg chg="modSp">
        <pc:chgData name="Dong Nguyen" userId="S::s4740711@uq.edu.au::03e5f33a-b010-4996-a729-3526284d0e95" providerId="AD" clId="Web-{29588A3E-BE02-1CBB-BE53-1D0BA1EFBD33}" dt="2026-08-24T10:41:12.901" v="68" actId="20577"/>
        <pc:sldMkLst>
          <pc:docMk/>
          <pc:sldMk cId="3291430269" sldId="256"/>
        </pc:sldMkLst>
        <pc:spChg chg="mod">
          <ac:chgData name="Dong Nguyen" userId="S::s4740711@uq.edu.au::03e5f33a-b010-4996-a729-3526284d0e95" providerId="AD" clId="Web-{29588A3E-BE02-1CBB-BE53-1D0BA1EFBD33}" dt="2026-08-24T10:41:12.901" v="68" actId="20577"/>
          <ac:spMkLst>
            <pc:docMk/>
            <pc:sldMk cId="3291430269" sldId="256"/>
            <ac:spMk id="7" creationId="{94440068-7C20-94CF-A5BA-D3A87FFC4B33}"/>
          </ac:spMkLst>
        </pc:spChg>
      </pc:sldChg>
      <pc:sldChg chg="addSp delSp modSp">
        <pc:chgData name="Dong Nguyen" userId="S::s4740711@uq.edu.au::03e5f33a-b010-4996-a729-3526284d0e95" providerId="AD" clId="Web-{29588A3E-BE02-1CBB-BE53-1D0BA1EFBD33}" dt="2026-08-24T10:38:24.519" v="65" actId="1076"/>
        <pc:sldMkLst>
          <pc:docMk/>
          <pc:sldMk cId="1016914343" sldId="264"/>
        </pc:sldMkLst>
        <pc:spChg chg="del">
          <ac:chgData name="Dong Nguyen" userId="S::s4740711@uq.edu.au::03e5f33a-b010-4996-a729-3526284d0e95" providerId="AD" clId="Web-{29588A3E-BE02-1CBB-BE53-1D0BA1EFBD33}" dt="2026-08-24T10:37:00.299" v="28"/>
          <ac:spMkLst>
            <pc:docMk/>
            <pc:sldMk cId="1016914343" sldId="264"/>
            <ac:spMk id="2" creationId="{F8C41DC0-E5DF-EC5E-E82F-9F6429D79DA0}"/>
          </ac:spMkLst>
        </pc:spChg>
        <pc:spChg chg="del">
          <ac:chgData name="Dong Nguyen" userId="S::s4740711@uq.edu.au::03e5f33a-b010-4996-a729-3526284d0e95" providerId="AD" clId="Web-{29588A3E-BE02-1CBB-BE53-1D0BA1EFBD33}" dt="2026-08-24T10:37:00.299" v="27"/>
          <ac:spMkLst>
            <pc:docMk/>
            <pc:sldMk cId="1016914343" sldId="264"/>
            <ac:spMk id="3" creationId="{466B9E35-211B-BD86-A6C4-D7A34BA6BABB}"/>
          </ac:spMkLst>
        </pc:spChg>
        <pc:spChg chg="del">
          <ac:chgData name="Dong Nguyen" userId="S::s4740711@uq.edu.au::03e5f33a-b010-4996-a729-3526284d0e95" providerId="AD" clId="Web-{29588A3E-BE02-1CBB-BE53-1D0BA1EFBD33}" dt="2026-08-24T10:37:00.299" v="26"/>
          <ac:spMkLst>
            <pc:docMk/>
            <pc:sldMk cId="1016914343" sldId="264"/>
            <ac:spMk id="4" creationId="{7A8C5ED4-7F4F-6733-46EF-6E0341AA0F49}"/>
          </ac:spMkLst>
        </pc:spChg>
        <pc:spChg chg="del">
          <ac:chgData name="Dong Nguyen" userId="S::s4740711@uq.edu.au::03e5f33a-b010-4996-a729-3526284d0e95" providerId="AD" clId="Web-{29588A3E-BE02-1CBB-BE53-1D0BA1EFBD33}" dt="2026-08-24T10:37:00.299" v="25"/>
          <ac:spMkLst>
            <pc:docMk/>
            <pc:sldMk cId="1016914343" sldId="264"/>
            <ac:spMk id="6" creationId="{38295086-F2F9-C6DD-B89B-563F3C0A1CAA}"/>
          </ac:spMkLst>
        </pc:spChg>
        <pc:spChg chg="del">
          <ac:chgData name="Dong Nguyen" userId="S::s4740711@uq.edu.au::03e5f33a-b010-4996-a729-3526284d0e95" providerId="AD" clId="Web-{29588A3E-BE02-1CBB-BE53-1D0BA1EFBD33}" dt="2026-08-24T10:37:00.299" v="24"/>
          <ac:spMkLst>
            <pc:docMk/>
            <pc:sldMk cId="1016914343" sldId="264"/>
            <ac:spMk id="7" creationId="{F84F0AFD-4CDD-E5AC-81C6-EE4DE0890866}"/>
          </ac:spMkLst>
        </pc:spChg>
        <pc:spChg chg="del">
          <ac:chgData name="Dong Nguyen" userId="S::s4740711@uq.edu.au::03e5f33a-b010-4996-a729-3526284d0e95" providerId="AD" clId="Web-{29588A3E-BE02-1CBB-BE53-1D0BA1EFBD33}" dt="2026-08-24T10:37:00.299" v="23"/>
          <ac:spMkLst>
            <pc:docMk/>
            <pc:sldMk cId="1016914343" sldId="264"/>
            <ac:spMk id="8" creationId="{5807A84B-5973-1870-E205-7325E52EB97F}"/>
          </ac:spMkLst>
        </pc:spChg>
        <pc:spChg chg="del">
          <ac:chgData name="Dong Nguyen" userId="S::s4740711@uq.edu.au::03e5f33a-b010-4996-a729-3526284d0e95" providerId="AD" clId="Web-{29588A3E-BE02-1CBB-BE53-1D0BA1EFBD33}" dt="2026-08-24T10:37:00.299" v="22"/>
          <ac:spMkLst>
            <pc:docMk/>
            <pc:sldMk cId="1016914343" sldId="264"/>
            <ac:spMk id="9" creationId="{9FEEB92E-E481-1B23-775D-608CA98368E2}"/>
          </ac:spMkLst>
        </pc:spChg>
        <pc:spChg chg="del">
          <ac:chgData name="Dong Nguyen" userId="S::s4740711@uq.edu.au::03e5f33a-b010-4996-a729-3526284d0e95" providerId="AD" clId="Web-{29588A3E-BE02-1CBB-BE53-1D0BA1EFBD33}" dt="2026-08-24T10:37:00.299" v="21"/>
          <ac:spMkLst>
            <pc:docMk/>
            <pc:sldMk cId="1016914343" sldId="264"/>
            <ac:spMk id="10" creationId="{8D9A230D-5C5B-DD36-4671-1F687DAEA454}"/>
          </ac:spMkLst>
        </pc:spChg>
        <pc:spChg chg="del">
          <ac:chgData name="Dong Nguyen" userId="S::s4740711@uq.edu.au::03e5f33a-b010-4996-a729-3526284d0e95" providerId="AD" clId="Web-{29588A3E-BE02-1CBB-BE53-1D0BA1EFBD33}" dt="2026-08-24T10:37:00.299" v="20"/>
          <ac:spMkLst>
            <pc:docMk/>
            <pc:sldMk cId="1016914343" sldId="264"/>
            <ac:spMk id="11" creationId="{5716140E-B5D4-A303-B465-22550FB6FA04}"/>
          </ac:spMkLst>
        </pc:spChg>
        <pc:spChg chg="del">
          <ac:chgData name="Dong Nguyen" userId="S::s4740711@uq.edu.au::03e5f33a-b010-4996-a729-3526284d0e95" providerId="AD" clId="Web-{29588A3E-BE02-1CBB-BE53-1D0BA1EFBD33}" dt="2026-08-24T10:37:00.299" v="19"/>
          <ac:spMkLst>
            <pc:docMk/>
            <pc:sldMk cId="1016914343" sldId="264"/>
            <ac:spMk id="12" creationId="{547AB113-2727-D79A-C401-BC5D91BDF6DA}"/>
          </ac:spMkLst>
        </pc:spChg>
        <pc:spChg chg="del">
          <ac:chgData name="Dong Nguyen" userId="S::s4740711@uq.edu.au::03e5f33a-b010-4996-a729-3526284d0e95" providerId="AD" clId="Web-{29588A3E-BE02-1CBB-BE53-1D0BA1EFBD33}" dt="2026-08-24T10:37:00.299" v="18"/>
          <ac:spMkLst>
            <pc:docMk/>
            <pc:sldMk cId="1016914343" sldId="264"/>
            <ac:spMk id="13" creationId="{0F27E5C8-63A5-77B2-857A-2CA995A0466E}"/>
          </ac:spMkLst>
        </pc:spChg>
        <pc:spChg chg="del">
          <ac:chgData name="Dong Nguyen" userId="S::s4740711@uq.edu.au::03e5f33a-b010-4996-a729-3526284d0e95" providerId="AD" clId="Web-{29588A3E-BE02-1CBB-BE53-1D0BA1EFBD33}" dt="2026-08-24T10:37:00.299" v="17"/>
          <ac:spMkLst>
            <pc:docMk/>
            <pc:sldMk cId="1016914343" sldId="264"/>
            <ac:spMk id="14" creationId="{6B81AF98-FB63-61A8-0179-0C946E02B248}"/>
          </ac:spMkLst>
        </pc:spChg>
        <pc:spChg chg="del">
          <ac:chgData name="Dong Nguyen" userId="S::s4740711@uq.edu.au::03e5f33a-b010-4996-a729-3526284d0e95" providerId="AD" clId="Web-{29588A3E-BE02-1CBB-BE53-1D0BA1EFBD33}" dt="2026-08-24T10:37:00.299" v="16"/>
          <ac:spMkLst>
            <pc:docMk/>
            <pc:sldMk cId="1016914343" sldId="264"/>
            <ac:spMk id="15" creationId="{AF3F1C45-73AC-745C-6CA2-A08662300F43}"/>
          </ac:spMkLst>
        </pc:spChg>
        <pc:spChg chg="del">
          <ac:chgData name="Dong Nguyen" userId="S::s4740711@uq.edu.au::03e5f33a-b010-4996-a729-3526284d0e95" providerId="AD" clId="Web-{29588A3E-BE02-1CBB-BE53-1D0BA1EFBD33}" dt="2026-08-24T10:37:00.299" v="15"/>
          <ac:spMkLst>
            <pc:docMk/>
            <pc:sldMk cId="1016914343" sldId="264"/>
            <ac:spMk id="16" creationId="{E156B09E-B3D3-9C8F-6BBF-5D06708F2BF9}"/>
          </ac:spMkLst>
        </pc:spChg>
        <pc:spChg chg="del">
          <ac:chgData name="Dong Nguyen" userId="S::s4740711@uq.edu.au::03e5f33a-b010-4996-a729-3526284d0e95" providerId="AD" clId="Web-{29588A3E-BE02-1CBB-BE53-1D0BA1EFBD33}" dt="2026-08-24T10:37:00.299" v="14"/>
          <ac:spMkLst>
            <pc:docMk/>
            <pc:sldMk cId="1016914343" sldId="264"/>
            <ac:spMk id="17" creationId="{7CC87E2C-79BB-1C6F-7C6C-611F30CF2D4B}"/>
          </ac:spMkLst>
        </pc:spChg>
        <pc:spChg chg="del">
          <ac:chgData name="Dong Nguyen" userId="S::s4740711@uq.edu.au::03e5f33a-b010-4996-a729-3526284d0e95" providerId="AD" clId="Web-{29588A3E-BE02-1CBB-BE53-1D0BA1EFBD33}" dt="2026-08-24T10:37:00.299" v="13"/>
          <ac:spMkLst>
            <pc:docMk/>
            <pc:sldMk cId="1016914343" sldId="264"/>
            <ac:spMk id="18" creationId="{CAD74478-A5A6-EA2C-6967-07171B95BA10}"/>
          </ac:spMkLst>
        </pc:spChg>
        <pc:spChg chg="del">
          <ac:chgData name="Dong Nguyen" userId="S::s4740711@uq.edu.au::03e5f33a-b010-4996-a729-3526284d0e95" providerId="AD" clId="Web-{29588A3E-BE02-1CBB-BE53-1D0BA1EFBD33}" dt="2026-08-24T10:37:00.299" v="12"/>
          <ac:spMkLst>
            <pc:docMk/>
            <pc:sldMk cId="1016914343" sldId="264"/>
            <ac:spMk id="19" creationId="{BD0139DD-A350-9848-41D4-10278827C7F8}"/>
          </ac:spMkLst>
        </pc:spChg>
        <pc:spChg chg="del">
          <ac:chgData name="Dong Nguyen" userId="S::s4740711@uq.edu.au::03e5f33a-b010-4996-a729-3526284d0e95" providerId="AD" clId="Web-{29588A3E-BE02-1CBB-BE53-1D0BA1EFBD33}" dt="2026-08-24T10:37:00.299" v="11"/>
          <ac:spMkLst>
            <pc:docMk/>
            <pc:sldMk cId="1016914343" sldId="264"/>
            <ac:spMk id="20" creationId="{A0D7D478-50C4-33FC-45AC-F0889CC30A75}"/>
          </ac:spMkLst>
        </pc:spChg>
        <pc:spChg chg="del">
          <ac:chgData name="Dong Nguyen" userId="S::s4740711@uq.edu.au::03e5f33a-b010-4996-a729-3526284d0e95" providerId="AD" clId="Web-{29588A3E-BE02-1CBB-BE53-1D0BA1EFBD33}" dt="2026-08-24T10:37:00.299" v="10"/>
          <ac:spMkLst>
            <pc:docMk/>
            <pc:sldMk cId="1016914343" sldId="264"/>
            <ac:spMk id="21" creationId="{31FADC0D-2A06-E395-180D-237106882245}"/>
          </ac:spMkLst>
        </pc:spChg>
        <pc:spChg chg="del">
          <ac:chgData name="Dong Nguyen" userId="S::s4740711@uq.edu.au::03e5f33a-b010-4996-a729-3526284d0e95" providerId="AD" clId="Web-{29588A3E-BE02-1CBB-BE53-1D0BA1EFBD33}" dt="2026-08-24T10:37:00.299" v="9"/>
          <ac:spMkLst>
            <pc:docMk/>
            <pc:sldMk cId="1016914343" sldId="264"/>
            <ac:spMk id="22" creationId="{9B0973DF-7BC6-EADF-08F3-F5CD2731F1BF}"/>
          </ac:spMkLst>
        </pc:spChg>
        <pc:spChg chg="del">
          <ac:chgData name="Dong Nguyen" userId="S::s4740711@uq.edu.au::03e5f33a-b010-4996-a729-3526284d0e95" providerId="AD" clId="Web-{29588A3E-BE02-1CBB-BE53-1D0BA1EFBD33}" dt="2026-08-24T10:37:00.299" v="8"/>
          <ac:spMkLst>
            <pc:docMk/>
            <pc:sldMk cId="1016914343" sldId="264"/>
            <ac:spMk id="23" creationId="{64B32427-A643-AF52-C95F-DC87B5A5D74C}"/>
          </ac:spMkLst>
        </pc:spChg>
        <pc:spChg chg="del">
          <ac:chgData name="Dong Nguyen" userId="S::s4740711@uq.edu.au::03e5f33a-b010-4996-a729-3526284d0e95" providerId="AD" clId="Web-{29588A3E-BE02-1CBB-BE53-1D0BA1EFBD33}" dt="2026-08-24T10:37:00.299" v="7"/>
          <ac:spMkLst>
            <pc:docMk/>
            <pc:sldMk cId="1016914343" sldId="264"/>
            <ac:spMk id="24" creationId="{C44CBD79-A4E8-247C-1391-90578682C46D}"/>
          </ac:spMkLst>
        </pc:spChg>
        <pc:spChg chg="del">
          <ac:chgData name="Dong Nguyen" userId="S::s4740711@uq.edu.au::03e5f33a-b010-4996-a729-3526284d0e95" providerId="AD" clId="Web-{29588A3E-BE02-1CBB-BE53-1D0BA1EFBD33}" dt="2026-08-24T10:37:00.299" v="6"/>
          <ac:spMkLst>
            <pc:docMk/>
            <pc:sldMk cId="1016914343" sldId="264"/>
            <ac:spMk id="25" creationId="{5E9E81FA-E371-2AAA-4372-E74E25509900}"/>
          </ac:spMkLst>
        </pc:spChg>
        <pc:spChg chg="del">
          <ac:chgData name="Dong Nguyen" userId="S::s4740711@uq.edu.au::03e5f33a-b010-4996-a729-3526284d0e95" providerId="AD" clId="Web-{29588A3E-BE02-1CBB-BE53-1D0BA1EFBD33}" dt="2026-08-24T10:37:00.299" v="5"/>
          <ac:spMkLst>
            <pc:docMk/>
            <pc:sldMk cId="1016914343" sldId="264"/>
            <ac:spMk id="26" creationId="{E87BAC48-6EAC-9830-2C2D-3E246E6D33A7}"/>
          </ac:spMkLst>
        </pc:spChg>
        <pc:spChg chg="del">
          <ac:chgData name="Dong Nguyen" userId="S::s4740711@uq.edu.au::03e5f33a-b010-4996-a729-3526284d0e95" providerId="AD" clId="Web-{29588A3E-BE02-1CBB-BE53-1D0BA1EFBD33}" dt="2026-08-24T10:37:00.299" v="4"/>
          <ac:spMkLst>
            <pc:docMk/>
            <pc:sldMk cId="1016914343" sldId="264"/>
            <ac:spMk id="27" creationId="{AB3AC6F2-3E02-7BB0-0D0D-A290FE448675}"/>
          </ac:spMkLst>
        </pc:spChg>
        <pc:spChg chg="del">
          <ac:chgData name="Dong Nguyen" userId="S::s4740711@uq.edu.au::03e5f33a-b010-4996-a729-3526284d0e95" providerId="AD" clId="Web-{29588A3E-BE02-1CBB-BE53-1D0BA1EFBD33}" dt="2026-08-24T10:37:00.283" v="3"/>
          <ac:spMkLst>
            <pc:docMk/>
            <pc:sldMk cId="1016914343" sldId="264"/>
            <ac:spMk id="28" creationId="{C03E392A-C90D-CCC5-484A-57BC12DF208B}"/>
          </ac:spMkLst>
        </pc:spChg>
        <pc:spChg chg="del">
          <ac:chgData name="Dong Nguyen" userId="S::s4740711@uq.edu.au::03e5f33a-b010-4996-a729-3526284d0e95" providerId="AD" clId="Web-{29588A3E-BE02-1CBB-BE53-1D0BA1EFBD33}" dt="2026-08-24T10:37:00.283" v="2"/>
          <ac:spMkLst>
            <pc:docMk/>
            <pc:sldMk cId="1016914343" sldId="264"/>
            <ac:spMk id="29" creationId="{9DF2D19F-FA26-DB0F-B189-330C6118E775}"/>
          </ac:spMkLst>
        </pc:spChg>
        <pc:spChg chg="add">
          <ac:chgData name="Dong Nguyen" userId="S::s4740711@uq.edu.au::03e5f33a-b010-4996-a729-3526284d0e95" providerId="AD" clId="Web-{29588A3E-BE02-1CBB-BE53-1D0BA1EFBD33}" dt="2026-08-24T10:37:01.908" v="29"/>
          <ac:spMkLst>
            <pc:docMk/>
            <pc:sldMk cId="1016914343" sldId="264"/>
            <ac:spMk id="31" creationId="{F8C41DC0-E5DF-EC5E-E82F-9F6429D79DA0}"/>
          </ac:spMkLst>
        </pc:spChg>
        <pc:spChg chg="add">
          <ac:chgData name="Dong Nguyen" userId="S::s4740711@uq.edu.au::03e5f33a-b010-4996-a729-3526284d0e95" providerId="AD" clId="Web-{29588A3E-BE02-1CBB-BE53-1D0BA1EFBD33}" dt="2026-08-24T10:37:01.908" v="29"/>
          <ac:spMkLst>
            <pc:docMk/>
            <pc:sldMk cId="1016914343" sldId="264"/>
            <ac:spMk id="32" creationId="{466B9E35-211B-BD86-A6C4-D7A34BA6BABB}"/>
          </ac:spMkLst>
        </pc:spChg>
        <pc:spChg chg="add mod">
          <ac:chgData name="Dong Nguyen" userId="S::s4740711@uq.edu.au::03e5f33a-b010-4996-a729-3526284d0e95" providerId="AD" clId="Web-{29588A3E-BE02-1CBB-BE53-1D0BA1EFBD33}" dt="2026-08-24T10:37:47.925" v="42" actId="14100"/>
          <ac:spMkLst>
            <pc:docMk/>
            <pc:sldMk cId="1016914343" sldId="264"/>
            <ac:spMk id="35" creationId="{F84F0AFD-4CDD-E5AC-81C6-EE4DE0890866}"/>
          </ac:spMkLst>
        </pc:spChg>
        <pc:spChg chg="add mod">
          <ac:chgData name="Dong Nguyen" userId="S::s4740711@uq.edu.au::03e5f33a-b010-4996-a729-3526284d0e95" providerId="AD" clId="Web-{29588A3E-BE02-1CBB-BE53-1D0BA1EFBD33}" dt="2026-08-24T10:37:51.472" v="43" actId="14100"/>
          <ac:spMkLst>
            <pc:docMk/>
            <pc:sldMk cId="1016914343" sldId="264"/>
            <ac:spMk id="36" creationId="{5807A84B-5973-1870-E205-7325E52EB97F}"/>
          </ac:spMkLst>
        </pc:spChg>
        <pc:spChg chg="mod">
          <ac:chgData name="Dong Nguyen" userId="S::s4740711@uq.edu.au::03e5f33a-b010-4996-a729-3526284d0e95" providerId="AD" clId="Web-{29588A3E-BE02-1CBB-BE53-1D0BA1EFBD33}" dt="2026-08-24T10:38:24.519" v="65" actId="1076"/>
          <ac:spMkLst>
            <pc:docMk/>
            <pc:sldMk cId="1016914343" sldId="264"/>
            <ac:spMk id="38" creationId="{8D9A230D-5C5B-DD36-4671-1F687DAEA454}"/>
          </ac:spMkLst>
        </pc:spChg>
        <pc:spChg chg="add mod">
          <ac:chgData name="Dong Nguyen" userId="S::s4740711@uq.edu.au::03e5f33a-b010-4996-a729-3526284d0e95" providerId="AD" clId="Web-{29588A3E-BE02-1CBB-BE53-1D0BA1EFBD33}" dt="2026-08-24T10:38:05.597" v="45" actId="1076"/>
          <ac:spMkLst>
            <pc:docMk/>
            <pc:sldMk cId="1016914343" sldId="264"/>
            <ac:spMk id="39" creationId="{5716140E-B5D4-A303-B465-22550FB6FA04}"/>
          </ac:spMkLst>
        </pc:spChg>
        <pc:spChg chg="mod">
          <ac:chgData name="Dong Nguyen" userId="S::s4740711@uq.edu.au::03e5f33a-b010-4996-a729-3526284d0e95" providerId="AD" clId="Web-{29588A3E-BE02-1CBB-BE53-1D0BA1EFBD33}" dt="2026-08-24T10:38:05.613" v="46" actId="1076"/>
          <ac:spMkLst>
            <pc:docMk/>
            <pc:sldMk cId="1016914343" sldId="264"/>
            <ac:spMk id="40" creationId="{547AB113-2727-D79A-C401-BC5D91BDF6DA}"/>
          </ac:spMkLst>
        </pc:spChg>
        <pc:spChg chg="add mod">
          <ac:chgData name="Dong Nguyen" userId="S::s4740711@uq.edu.au::03e5f33a-b010-4996-a729-3526284d0e95" providerId="AD" clId="Web-{29588A3E-BE02-1CBB-BE53-1D0BA1EFBD33}" dt="2026-08-24T10:38:05.628" v="47" actId="1076"/>
          <ac:spMkLst>
            <pc:docMk/>
            <pc:sldMk cId="1016914343" sldId="264"/>
            <ac:spMk id="41" creationId="{0F27E5C8-63A5-77B2-857A-2CA995A0466E}"/>
          </ac:spMkLst>
        </pc:spChg>
        <pc:spChg chg="mod">
          <ac:chgData name="Dong Nguyen" userId="S::s4740711@uq.edu.au::03e5f33a-b010-4996-a729-3526284d0e95" providerId="AD" clId="Web-{29588A3E-BE02-1CBB-BE53-1D0BA1EFBD33}" dt="2026-08-24T10:38:05.644" v="48" actId="1076"/>
          <ac:spMkLst>
            <pc:docMk/>
            <pc:sldMk cId="1016914343" sldId="264"/>
            <ac:spMk id="42" creationId="{6B81AF98-FB63-61A8-0179-0C946E02B248}"/>
          </ac:spMkLst>
        </pc:spChg>
        <pc:spChg chg="mod">
          <ac:chgData name="Dong Nguyen" userId="S::s4740711@uq.edu.au::03e5f33a-b010-4996-a729-3526284d0e95" providerId="AD" clId="Web-{29588A3E-BE02-1CBB-BE53-1D0BA1EFBD33}" dt="2026-08-24T10:38:05.675" v="49" actId="1076"/>
          <ac:spMkLst>
            <pc:docMk/>
            <pc:sldMk cId="1016914343" sldId="264"/>
            <ac:spMk id="43" creationId="{AF3F1C45-73AC-745C-6CA2-A08662300F43}"/>
          </ac:spMkLst>
        </pc:spChg>
        <pc:spChg chg="mod">
          <ac:chgData name="Dong Nguyen" userId="S::s4740711@uq.edu.au::03e5f33a-b010-4996-a729-3526284d0e95" providerId="AD" clId="Web-{29588A3E-BE02-1CBB-BE53-1D0BA1EFBD33}" dt="2026-08-24T10:38:05.691" v="50" actId="1076"/>
          <ac:spMkLst>
            <pc:docMk/>
            <pc:sldMk cId="1016914343" sldId="264"/>
            <ac:spMk id="44" creationId="{E156B09E-B3D3-9C8F-6BBF-5D06708F2BF9}"/>
          </ac:spMkLst>
        </pc:spChg>
        <pc:spChg chg="mod">
          <ac:chgData name="Dong Nguyen" userId="S::s4740711@uq.edu.au::03e5f33a-b010-4996-a729-3526284d0e95" providerId="AD" clId="Web-{29588A3E-BE02-1CBB-BE53-1D0BA1EFBD33}" dt="2026-08-24T10:38:05.706" v="51" actId="1076"/>
          <ac:spMkLst>
            <pc:docMk/>
            <pc:sldMk cId="1016914343" sldId="264"/>
            <ac:spMk id="45" creationId="{7CC87E2C-79BB-1C6F-7C6C-611F30CF2D4B}"/>
          </ac:spMkLst>
        </pc:spChg>
        <pc:spChg chg="mod">
          <ac:chgData name="Dong Nguyen" userId="S::s4740711@uq.edu.au::03e5f33a-b010-4996-a729-3526284d0e95" providerId="AD" clId="Web-{29588A3E-BE02-1CBB-BE53-1D0BA1EFBD33}" dt="2026-08-24T10:38:05.722" v="52" actId="1076"/>
          <ac:spMkLst>
            <pc:docMk/>
            <pc:sldMk cId="1016914343" sldId="264"/>
            <ac:spMk id="46" creationId="{CAD74478-A5A6-EA2C-6967-07171B95BA10}"/>
          </ac:spMkLst>
        </pc:spChg>
        <pc:spChg chg="mod">
          <ac:chgData name="Dong Nguyen" userId="S::s4740711@uq.edu.au::03e5f33a-b010-4996-a729-3526284d0e95" providerId="AD" clId="Web-{29588A3E-BE02-1CBB-BE53-1D0BA1EFBD33}" dt="2026-08-24T10:38:05.738" v="53" actId="1076"/>
          <ac:spMkLst>
            <pc:docMk/>
            <pc:sldMk cId="1016914343" sldId="264"/>
            <ac:spMk id="47" creationId="{BD0139DD-A350-9848-41D4-10278827C7F8}"/>
          </ac:spMkLst>
        </pc:spChg>
        <pc:spChg chg="mod">
          <ac:chgData name="Dong Nguyen" userId="S::s4740711@uq.edu.au::03e5f33a-b010-4996-a729-3526284d0e95" providerId="AD" clId="Web-{29588A3E-BE02-1CBB-BE53-1D0BA1EFBD33}" dt="2026-08-24T10:38:05.753" v="54" actId="1076"/>
          <ac:spMkLst>
            <pc:docMk/>
            <pc:sldMk cId="1016914343" sldId="264"/>
            <ac:spMk id="48" creationId="{A0D7D478-50C4-33FC-45AC-F0889CC30A75}"/>
          </ac:spMkLst>
        </pc:spChg>
        <pc:spChg chg="add mod">
          <ac:chgData name="Dong Nguyen" userId="S::s4740711@uq.edu.au::03e5f33a-b010-4996-a729-3526284d0e95" providerId="AD" clId="Web-{29588A3E-BE02-1CBB-BE53-1D0BA1EFBD33}" dt="2026-08-24T10:38:05.769" v="55" actId="1076"/>
          <ac:spMkLst>
            <pc:docMk/>
            <pc:sldMk cId="1016914343" sldId="264"/>
            <ac:spMk id="49" creationId="{31FADC0D-2A06-E395-180D-237106882245}"/>
          </ac:spMkLst>
        </pc:spChg>
        <pc:spChg chg="mod">
          <ac:chgData name="Dong Nguyen" userId="S::s4740711@uq.edu.au::03e5f33a-b010-4996-a729-3526284d0e95" providerId="AD" clId="Web-{29588A3E-BE02-1CBB-BE53-1D0BA1EFBD33}" dt="2026-08-24T10:38:05.785" v="56" actId="1076"/>
          <ac:spMkLst>
            <pc:docMk/>
            <pc:sldMk cId="1016914343" sldId="264"/>
            <ac:spMk id="50" creationId="{9B0973DF-7BC6-EADF-08F3-F5CD2731F1BF}"/>
          </ac:spMkLst>
        </pc:spChg>
        <pc:spChg chg="add mod">
          <ac:chgData name="Dong Nguyen" userId="S::s4740711@uq.edu.au::03e5f33a-b010-4996-a729-3526284d0e95" providerId="AD" clId="Web-{29588A3E-BE02-1CBB-BE53-1D0BA1EFBD33}" dt="2026-08-24T10:38:05.800" v="57" actId="1076"/>
          <ac:spMkLst>
            <pc:docMk/>
            <pc:sldMk cId="1016914343" sldId="264"/>
            <ac:spMk id="51" creationId="{64B32427-A643-AF52-C95F-DC87B5A5D74C}"/>
          </ac:spMkLst>
        </pc:spChg>
        <pc:spChg chg="add mod">
          <ac:chgData name="Dong Nguyen" userId="S::s4740711@uq.edu.au::03e5f33a-b010-4996-a729-3526284d0e95" providerId="AD" clId="Web-{29588A3E-BE02-1CBB-BE53-1D0BA1EFBD33}" dt="2026-08-24T10:38:05.816" v="58" actId="1076"/>
          <ac:spMkLst>
            <pc:docMk/>
            <pc:sldMk cId="1016914343" sldId="264"/>
            <ac:spMk id="52" creationId="{C44CBD79-A4E8-247C-1391-90578682C46D}"/>
          </ac:spMkLst>
        </pc:spChg>
        <pc:spChg chg="mod">
          <ac:chgData name="Dong Nguyen" userId="S::s4740711@uq.edu.au::03e5f33a-b010-4996-a729-3526284d0e95" providerId="AD" clId="Web-{29588A3E-BE02-1CBB-BE53-1D0BA1EFBD33}" dt="2026-08-24T10:38:05.847" v="59" actId="1076"/>
          <ac:spMkLst>
            <pc:docMk/>
            <pc:sldMk cId="1016914343" sldId="264"/>
            <ac:spMk id="53" creationId="{5E9E81FA-E371-2AAA-4372-E74E25509900}"/>
          </ac:spMkLst>
        </pc:spChg>
        <pc:spChg chg="mod">
          <ac:chgData name="Dong Nguyen" userId="S::s4740711@uq.edu.au::03e5f33a-b010-4996-a729-3526284d0e95" providerId="AD" clId="Web-{29588A3E-BE02-1CBB-BE53-1D0BA1EFBD33}" dt="2026-08-24T10:38:05.863" v="60" actId="1076"/>
          <ac:spMkLst>
            <pc:docMk/>
            <pc:sldMk cId="1016914343" sldId="264"/>
            <ac:spMk id="54" creationId="{E87BAC48-6EAC-9830-2C2D-3E246E6D33A7}"/>
          </ac:spMkLst>
        </pc:spChg>
        <pc:spChg chg="add mod">
          <ac:chgData name="Dong Nguyen" userId="S::s4740711@uq.edu.au::03e5f33a-b010-4996-a729-3526284d0e95" providerId="AD" clId="Web-{29588A3E-BE02-1CBB-BE53-1D0BA1EFBD33}" dt="2026-08-24T10:38:05.878" v="61" actId="1076"/>
          <ac:spMkLst>
            <pc:docMk/>
            <pc:sldMk cId="1016914343" sldId="264"/>
            <ac:spMk id="55" creationId="{AB3AC6F2-3E02-7BB0-0D0D-A290FE448675}"/>
          </ac:spMkLst>
        </pc:spChg>
        <pc:spChg chg="mod">
          <ac:chgData name="Dong Nguyen" userId="S::s4740711@uq.edu.au::03e5f33a-b010-4996-a729-3526284d0e95" providerId="AD" clId="Web-{29588A3E-BE02-1CBB-BE53-1D0BA1EFBD33}" dt="2026-08-24T10:38:05.910" v="62" actId="1076"/>
          <ac:spMkLst>
            <pc:docMk/>
            <pc:sldMk cId="1016914343" sldId="264"/>
            <ac:spMk id="56" creationId="{C03E392A-C90D-CCC5-484A-57BC12DF208B}"/>
          </ac:spMkLst>
        </pc:spChg>
        <pc:spChg chg="mod">
          <ac:chgData name="Dong Nguyen" userId="S::s4740711@uq.edu.au::03e5f33a-b010-4996-a729-3526284d0e95" providerId="AD" clId="Web-{29588A3E-BE02-1CBB-BE53-1D0BA1EFBD33}" dt="2026-08-24T10:38:05.925" v="63" actId="1076"/>
          <ac:spMkLst>
            <pc:docMk/>
            <pc:sldMk cId="1016914343" sldId="264"/>
            <ac:spMk id="57" creationId="{9DF2D19F-FA26-DB0F-B189-330C6118E775}"/>
          </ac:spMkLst>
        </pc:spChg>
        <pc:cxnChg chg="del">
          <ac:chgData name="Dong Nguyen" userId="S::s4740711@uq.edu.au::03e5f33a-b010-4996-a729-3526284d0e95" providerId="AD" clId="Web-{29588A3E-BE02-1CBB-BE53-1D0BA1EFBD33}" dt="2026-08-24T10:37:00.283" v="1"/>
          <ac:cxnSpMkLst>
            <pc:docMk/>
            <pc:sldMk cId="1016914343" sldId="264"/>
            <ac:cxnSpMk id="5" creationId="{ED23FA0C-5EFD-20F2-C05D-DF4451EF190B}"/>
          </ac:cxnSpMkLst>
        </pc:cxnChg>
        <pc:cxnChg chg="del">
          <ac:chgData name="Dong Nguyen" userId="S::s4740711@uq.edu.au::03e5f33a-b010-4996-a729-3526284d0e95" providerId="AD" clId="Web-{29588A3E-BE02-1CBB-BE53-1D0BA1EFBD33}" dt="2026-08-24T10:37:00.283" v="0"/>
          <ac:cxnSpMkLst>
            <pc:docMk/>
            <pc:sldMk cId="1016914343" sldId="264"/>
            <ac:cxnSpMk id="30" creationId="{A5FB0E6B-531C-C14D-7B8D-3B4401DBB5EB}"/>
          </ac:cxnSpMkLst>
        </pc:cxnChg>
      </pc:sldChg>
      <pc:sldChg chg="modNotes">
        <pc:chgData name="Dong Nguyen" userId="S::s4740711@uq.edu.au::03e5f33a-b010-4996-a729-3526284d0e95" providerId="AD" clId="Web-{29588A3E-BE02-1CBB-BE53-1D0BA1EFBD33}" dt="2026-08-24T10:40:41.681" v="66"/>
        <pc:sldMkLst>
          <pc:docMk/>
          <pc:sldMk cId="2923001498" sldId="271"/>
        </pc:sldMkLst>
      </pc:sldChg>
    </pc:docChg>
  </pc:docChgLst>
  <pc:docChgLst>
    <pc:chgData name="Dev Kansana" userId="S::s4881415@uq.edu.au::b1bd41af-ce6a-40d8-b6fb-d3a925afcb05" providerId="AD" clId="Web-{42030D42-E039-5EB0-D78B-927ABB7059ED}"/>
    <pc:docChg chg="modSld">
      <pc:chgData name="Dev Kansana" userId="S::s4881415@uq.edu.au::b1bd41af-ce6a-40d8-b6fb-d3a925afcb05" providerId="AD" clId="Web-{42030D42-E039-5EB0-D78B-927ABB7059ED}" dt="2026-08-24T10:41:28.511" v="84"/>
      <pc:docMkLst>
        <pc:docMk/>
      </pc:docMkLst>
      <pc:sldChg chg="modNotes">
        <pc:chgData name="Dev Kansana" userId="S::s4881415@uq.edu.au::b1bd41af-ce6a-40d8-b6fb-d3a925afcb05" providerId="AD" clId="Web-{42030D42-E039-5EB0-D78B-927ABB7059ED}" dt="2026-08-24T10:41:28.511" v="84"/>
        <pc:sldMkLst>
          <pc:docMk/>
          <pc:sldMk cId="3291430269" sldId="256"/>
        </pc:sldMkLst>
      </pc:sldChg>
      <pc:sldChg chg="addSp delSp modSp">
        <pc:chgData name="Dev Kansana" userId="S::s4881415@uq.edu.au::b1bd41af-ce6a-40d8-b6fb-d3a925afcb05" providerId="AD" clId="Web-{42030D42-E039-5EB0-D78B-927ABB7059ED}" dt="2026-08-24T10:32:39.528" v="47" actId="1076"/>
        <pc:sldMkLst>
          <pc:docMk/>
          <pc:sldMk cId="1877611825" sldId="270"/>
        </pc:sldMkLst>
        <pc:spChg chg="add mod">
          <ac:chgData name="Dev Kansana" userId="S::s4881415@uq.edu.au::b1bd41af-ce6a-40d8-b6fb-d3a925afcb05" providerId="AD" clId="Web-{42030D42-E039-5EB0-D78B-927ABB7059ED}" dt="2026-08-24T10:32:33.449" v="46" actId="1076"/>
          <ac:spMkLst>
            <pc:docMk/>
            <pc:sldMk cId="1877611825" sldId="270"/>
            <ac:spMk id="3" creationId="{B61CB0DD-8CC2-E045-A2FE-D91C2328491F}"/>
          </ac:spMkLst>
        </pc:spChg>
        <pc:spChg chg="mod">
          <ac:chgData name="Dev Kansana" userId="S::s4881415@uq.edu.au::b1bd41af-ce6a-40d8-b6fb-d3a925afcb05" providerId="AD" clId="Web-{42030D42-E039-5EB0-D78B-927ABB7059ED}" dt="2026-08-24T10:29:52.055" v="9" actId="1076"/>
          <ac:spMkLst>
            <pc:docMk/>
            <pc:sldMk cId="1877611825" sldId="270"/>
            <ac:spMk id="6" creationId="{248E0495-1F64-3F0B-A2C0-50D58A1F2816}"/>
          </ac:spMkLst>
        </pc:spChg>
        <pc:spChg chg="add del mod">
          <ac:chgData name="Dev Kansana" userId="S::s4881415@uq.edu.au::b1bd41af-ce6a-40d8-b6fb-d3a925afcb05" providerId="AD" clId="Web-{42030D42-E039-5EB0-D78B-927ABB7059ED}" dt="2026-08-24T10:32:29.559" v="45"/>
          <ac:spMkLst>
            <pc:docMk/>
            <pc:sldMk cId="1877611825" sldId="270"/>
            <ac:spMk id="8" creationId="{35AC3150-D179-0C58-38D3-7C8425B10C2E}"/>
          </ac:spMkLst>
        </pc:spChg>
        <pc:spChg chg="mod">
          <ac:chgData name="Dev Kansana" userId="S::s4881415@uq.edu.au::b1bd41af-ce6a-40d8-b6fb-d3a925afcb05" providerId="AD" clId="Web-{42030D42-E039-5EB0-D78B-927ABB7059ED}" dt="2026-08-24T10:29:57.102" v="11" actId="1076"/>
          <ac:spMkLst>
            <pc:docMk/>
            <pc:sldMk cId="1877611825" sldId="270"/>
            <ac:spMk id="10" creationId="{F825F0F8-4F99-3EB5-591A-CFA2FF3D146C}"/>
          </ac:spMkLst>
        </pc:spChg>
        <pc:spChg chg="mod">
          <ac:chgData name="Dev Kansana" userId="S::s4881415@uq.edu.au::b1bd41af-ce6a-40d8-b6fb-d3a925afcb05" providerId="AD" clId="Web-{42030D42-E039-5EB0-D78B-927ABB7059ED}" dt="2026-08-24T10:30:12.571" v="15" actId="1076"/>
          <ac:spMkLst>
            <pc:docMk/>
            <pc:sldMk cId="1877611825" sldId="270"/>
            <ac:spMk id="12" creationId="{66B105B4-DEA6-B889-1AD6-F562F9CE8623}"/>
          </ac:spMkLst>
        </pc:spChg>
        <pc:spChg chg="mod">
          <ac:chgData name="Dev Kansana" userId="S::s4881415@uq.edu.au::b1bd41af-ce6a-40d8-b6fb-d3a925afcb05" providerId="AD" clId="Web-{42030D42-E039-5EB0-D78B-927ABB7059ED}" dt="2026-08-24T10:32:39.528" v="47" actId="1076"/>
          <ac:spMkLst>
            <pc:docMk/>
            <pc:sldMk cId="1877611825" sldId="270"/>
            <ac:spMk id="14" creationId="{5D03FFF0-F6B5-05BE-6A44-0D1FBF293B98}"/>
          </ac:spMkLst>
        </pc:spChg>
        <pc:spChg chg="mod">
          <ac:chgData name="Dev Kansana" userId="S::s4881415@uq.edu.au::b1bd41af-ce6a-40d8-b6fb-d3a925afcb05" providerId="AD" clId="Web-{42030D42-E039-5EB0-D78B-927ABB7059ED}" dt="2026-08-24T10:31:35.026" v="32" actId="1076"/>
          <ac:spMkLst>
            <pc:docMk/>
            <pc:sldMk cId="1877611825" sldId="270"/>
            <ac:spMk id="16" creationId="{02925070-15FC-5E43-9C7F-6B7ABCB2EFE9}"/>
          </ac:spMkLst>
        </pc:spChg>
      </pc:sldChg>
    </pc:docChg>
  </pc:docChgLst>
  <pc:docChgLst>
    <pc:chgData name="Dev Kansana" userId="S::s4881415@uq.edu.au::b1bd41af-ce6a-40d8-b6fb-d3a925afcb05" providerId="AD" clId="Web-{684715B6-9D2C-7D03-D8CD-D5E79F3F1C59}"/>
    <pc:docChg chg="modSld">
      <pc:chgData name="Dev Kansana" userId="S::s4881415@uq.edu.au::b1bd41af-ce6a-40d8-b6fb-d3a925afcb05" providerId="AD" clId="Web-{684715B6-9D2C-7D03-D8CD-D5E79F3F1C59}" dt="2026-08-24T01:30:39.033" v="661"/>
      <pc:docMkLst>
        <pc:docMk/>
      </pc:docMkLst>
      <pc:sldChg chg="addSp delSp modSp modNotes">
        <pc:chgData name="Dev Kansana" userId="S::s4881415@uq.edu.au::b1bd41af-ce6a-40d8-b6fb-d3a925afcb05" providerId="AD" clId="Web-{684715B6-9D2C-7D03-D8CD-D5E79F3F1C59}" dt="2026-08-24T01:29:04.233" v="638" actId="20577"/>
        <pc:sldMkLst>
          <pc:docMk/>
          <pc:sldMk cId="3291430269" sldId="256"/>
        </pc:sldMkLst>
        <pc:spChg chg="mod">
          <ac:chgData name="Dev Kansana" userId="S::s4881415@uq.edu.au::b1bd41af-ce6a-40d8-b6fb-d3a925afcb05" providerId="AD" clId="Web-{684715B6-9D2C-7D03-D8CD-D5E79F3F1C59}" dt="2026-08-24T01:29:03.623" v="636" actId="1076"/>
          <ac:spMkLst>
            <pc:docMk/>
            <pc:sldMk cId="3291430269" sldId="256"/>
            <ac:spMk id="2" creationId="{117233CE-08B6-7039-1406-43E434FA8F28}"/>
          </ac:spMkLst>
        </pc:spChg>
        <pc:spChg chg="del mod">
          <ac:chgData name="Dev Kansana" userId="S::s4881415@uq.edu.au::b1bd41af-ce6a-40d8-b6fb-d3a925afcb05" providerId="AD" clId="Web-{684715B6-9D2C-7D03-D8CD-D5E79F3F1C59}" dt="2026-08-24T01:27:50.073" v="612"/>
          <ac:spMkLst>
            <pc:docMk/>
            <pc:sldMk cId="3291430269" sldId="256"/>
            <ac:spMk id="3" creationId="{EAFD8EA2-6B32-CA4D-F292-E245963C6797}"/>
          </ac:spMkLst>
        </pc:spChg>
        <pc:spChg chg="add mod">
          <ac:chgData name="Dev Kansana" userId="S::s4881415@uq.edu.au::b1bd41af-ce6a-40d8-b6fb-d3a925afcb05" providerId="AD" clId="Web-{684715B6-9D2C-7D03-D8CD-D5E79F3F1C59}" dt="2026-08-24T01:29:04.233" v="638" actId="20577"/>
          <ac:spMkLst>
            <pc:docMk/>
            <pc:sldMk cId="3291430269" sldId="256"/>
            <ac:spMk id="5" creationId="{E7ABDB73-4778-2DA8-77B6-7CABB5434089}"/>
          </ac:spMkLst>
        </pc:spChg>
        <pc:spChg chg="add mod">
          <ac:chgData name="Dev Kansana" userId="S::s4881415@uq.edu.au::b1bd41af-ce6a-40d8-b6fb-d3a925afcb05" providerId="AD" clId="Web-{684715B6-9D2C-7D03-D8CD-D5E79F3F1C59}" dt="2026-08-24T01:28:21.965" v="623" actId="1076"/>
          <ac:spMkLst>
            <pc:docMk/>
            <pc:sldMk cId="3291430269" sldId="256"/>
            <ac:spMk id="7" creationId="{94440068-7C20-94CF-A5BA-D3A87FFC4B33}"/>
          </ac:spMkLst>
        </pc:spChg>
        <pc:spChg chg="add del">
          <ac:chgData name="Dev Kansana" userId="S::s4881415@uq.edu.au::b1bd41af-ce6a-40d8-b6fb-d3a925afcb05" providerId="AD" clId="Web-{684715B6-9D2C-7D03-D8CD-D5E79F3F1C59}" dt="2026-08-24T01:27:58.464" v="614"/>
          <ac:spMkLst>
            <pc:docMk/>
            <pc:sldMk cId="3291430269" sldId="256"/>
            <ac:spMk id="8" creationId="{9BB69163-326B-813A-8468-D8D9198A26C3}"/>
          </ac:spMkLst>
        </pc:spChg>
      </pc:sldChg>
      <pc:sldChg chg="modNotes">
        <pc:chgData name="Dev Kansana" userId="S::s4881415@uq.edu.au::b1bd41af-ce6a-40d8-b6fb-d3a925afcb05" providerId="AD" clId="Web-{684715B6-9D2C-7D03-D8CD-D5E79F3F1C59}" dt="2026-08-24T01:30:39.033" v="661"/>
        <pc:sldMkLst>
          <pc:docMk/>
          <pc:sldMk cId="2037775068" sldId="25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4T10:32:21.448"/>
    </inkml:context>
    <inkml:brush xml:id="br0">
      <inkml:brushProperty name="width" value="0.1" units="cm"/>
      <inkml:brushProperty name="height" value="0.1" units="cm"/>
    </inkml:brush>
  </inkml:definitions>
  <inkml:trace contextRef="#ctx0" brushRef="#br0">19621 4163 16383 0 0,'0'0'0'0'0,"0"-1"0"0"0,1-2 0 0 0,1-1 0 0 0,0-2 0 0 0,2-2 0 0 0,-1-2 0 0 0,0-2 0 0 0,0-2 0 0 0,-2-2 0 0 0,0-2 0 0 0,0-1 0 0 0,-1-1 0 0 0,0 1 0 0 0,-1-2 0 0 0,-1 0 0 0 0,-3 0 0 0 0,-1 1 0 0 0,-2 3 0 0 0,1 3 0 0 0,1 5 0 0 0,1 3 0 0 0,0 3 0 0 0,1 2 0 0 0,-1 0 0 0 0,0 0 0 0 0,-2 0 0 0 0,-2-2 0 0 0,-2-1 0 0 0,-1-1 0 0 0,0 0 0 0 0,1 1 0 0 0,2 0 0 0 0,2 1 0 0 0,1 1 0 0 0,1 1 0 0 0,0-1 0 0 0,-1 0 0 0 0,-2 0 0 0 0,0 0 0 0 0,-1 0 0 0 0,2 1 0 0 0,1 1 0 0 0,1-1 0 0 0,0 1 0 0 0,0 0 0 0 0,-1 0 0 0 0,-1 1 0 0 0,-1 1 0 0 0,-1-1 0 0 0,0 2 0 0 0,1-1 0 0 0,0 1 0 0 0,1-1 0 0 0,1 1 0 0 0,0-1 0 0 0,1 1 0 0 0,0-1 0 0 0,0 0 0 0 0,0 0 0 0 0,0 0 0 0 0,0 0 0 0 0,1 0 0 0 0,-1 1 0 0 0,1-1 0 0 0,-1 1 0 0 0,0 0 0 0 0,0 0 0 0 0,0 0 0 0 0,0 0 0 0 0,1 1 0 0 0,-1-1 0 0 0,1 0 0 0 0,-1 0 0 0 0,1 1 0 0 0,0 0 0 0 0,0 0 0 0 0,0 1 0 0 0,1-1 0 0 0,-1 1 0 0 0,1 0 0 0 0,0 0 0 0 0,0 0 0 0 0,1 1 0 0 0,0-1 0 0 0,1 1 0 0 0,-1-1 0 0 0,1 0 0 0 0,0 1 0 0 0,0 0 0 0 0,0 2 0 0 0,1-1 0 0 0,-1 2 0 0 0,1-2 0 0 0,-1 0 0 0 0,1-1 0 0 0,-1-1 0 0 0,1-1 0 0 0,0 0 0 0 0,0 1 0 0 0,0 1 0 0 0,0 2 0 0 0,0 0 0 0 0,0-1 0 0 0,0-1 0 0 0,0-1 0 0 0,0-1 0 0 0,0 1 0 0 0,0 0 0 0 0,1 0 0 0 0,0 1 0 0 0,0-1 0 0 0,1-1 0 0 0,-1-1 0 0 0,0-1 0 0 0,1 2 0 0 0,2 1 0 0 0,0 0 0 0 0,1 1 0 0 0,-1 0 0 0 0,0-1 0 0 0,0-1 0 0 0,0 1 0 0 0,2 2 0 0 0,0 0 0 0 0,1-1 0 0 0,0 0 0 0 0,-2-1 0 0 0,-1-2 0 0 0,0-1 0 0 0,0 1 0 0 0,1-1 0 0 0,1 1 0 0 0,-1 1 0 0 0,0-2 0 0 0,0 1 0 0 0,-1 0 0 0 0,1 0 0 0 0,0 0 0 0 0,0 1 0 0 0,1 0 0 0 0,-1-1 0 0 0,-2 0 0 0 0,1-1 0 0 0,-1-1 0 0 0,3 2 0 0 0,1 0 0 0 0,1 1 0 0 0,1-1 0 0 0,-2 1 0 0 0,0-2 0 0 0,2 0 0 0 0,3-1 0 0 0,2-1 0 0 0,2 0 0 0 0,-1 0 0 0 0,-3 0 0 0 0,-2 0 0 0 0,-3-1 0 0 0,-1-1 0 0 0,1 0 0 0 0,0 0 0 0 0,1-1 0 0 0,-1 1 0 0 0,0 0 0 0 0,-2 1 0 0 0,0 0 0 0 0,-1 0 0 0 0,0 0 0 0 0,0 0 0 0 0,2 0 0 0 0,0-1 0 0 0,-1 1 0 0 0,0 0 0 0 0,-1 0 0 0 0,-1-1 0 0 0,-1 1 0 0 0,0-1 0 0 0,-1 0 0 0 0,1 0 0 0 0,-1 0 0 0 0,0 0 0 0 0,0-1 0 0 0,1 0 0 0 0,-1-1 0 0 0,1-1 0 0 0,-1 0 0 0 0,1 1 0 0 0,-1 0 0 0 0,-1 1 0 0 0,1 1 0 0 0,-1-1 0 0 0,0 0 0 0 0,1 0 0 0 0,0-1 0 0 0,2 0-16383 0 0,0 0 16383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4T10:32:21.449"/>
    </inkml:context>
    <inkml:brush xml:id="br0">
      <inkml:brushProperty name="width" value="0.1" units="cm"/>
      <inkml:brushProperty name="height" value="0.1" units="cm"/>
    </inkml:brush>
  </inkml:definitions>
  <inkml:trace contextRef="#ctx0" brushRef="#br0">20405 4471 16383 0 0,'0'0'0'0'0,"2"0"0"0"0,0 0 0 0 0,0 0 0 0 0,1 0 0 0 0,1 0 0 0 0,-1 0 0 0 0,1 0 0 0 0,0 0 0 0 0,0 0 0 0 0,0 0 0 0 0,1 0 0 0 0,0 0 0 0 0,1 0 0 0 0,0 0 0 0 0,0 0 0 0 0,-2 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4T10:32:21.450"/>
    </inkml:context>
    <inkml:brush xml:id="br0">
      <inkml:brushProperty name="width" value="0.1" units="cm"/>
      <inkml:brushProperty name="height" value="0.1" units="cm"/>
    </inkml:brush>
  </inkml:definitions>
  <inkml:trace contextRef="#ctx0" brushRef="#br0">20802 3903 16383 0 0,'0'0'0'0'0,"-1"0"0"0"0,-2 0 0 0 0,-1-1 0 0 0,-3 0 0 0 0,-1-1 0 0 0,-1 0 0 0 0,1 0 0 0 0,0 1 0 0 0,1 0 0 0 0,-1 0 0 0 0,0-1 0 0 0,-1 0 0 0 0,-1 0 0 0 0,1 1 0 0 0,-1 0 0 0 0,0 0 0 0 0,-1 0 0 0 0,0 1 0 0 0,-1 0 0 0 0,-1 0 0 0 0,1 0 0 0 0,0 1 0 0 0,2 1 0 0 0,1 0 0 0 0,1 1 0 0 0,2 0 0 0 0,2 0 0 0 0,1 1 0 0 0,1-1 0 0 0,0 1 0 0 0,-1 1 0 0 0,1-1 0 0 0,-1 1 0 0 0,1 1 0 0 0,-1 1 0 0 0,0 1 0 0 0,0-1 0 0 0,1 1 0 0 0,-1-1 0 0 0,1 0 0 0 0,0 0 0 0 0,1-2 0 0 0,-1 0 0 0 0,1 0 0 0 0,0-2 0 0 0,-1 1 0 0 0,0 1 0 0 0,1-1 0 0 0,-1 1 0 0 0,0-1 0 0 0,1 1 0 0 0,0 1 0 0 0,-1-1 0 0 0,1 1 0 0 0,0 0 0 0 0,0 0 0 0 0,0 0 0 0 0,1 0 0 0 0,0 1 0 0 0,0 1 0 0 0,0 0 0 0 0,0 0 0 0 0,0-1 0 0 0,0-2 0 0 0,0 0 0 0 0,0-1 0 0 0,0 1 0 0 0,0 0 0 0 0,1 1 0 0 0,-1 1 0 0 0,1-2 0 0 0,0 0 0 0 0,0-1 0 0 0,0 0 0 0 0,1-1 0 0 0,0 1 0 0 0,2 1 0 0 0,0 2 0 0 0,2 1 0 0 0,0 1 0 0 0,0-1 0 0 0,-1-1 0 0 0,-1-1 0 0 0,-1-2 0 0 0,-1-1 0 0 0,2 0 0 0 0,1 2 0 0 0,3 2 0 0 0,0 1 0 0 0,1 0 0 0 0,-2-1 0 0 0,0-2 0 0 0,-3-1 0 0 0,0-2 0 0 0,0-1 0 0 0,4 0 0 0 0,4 1 0 0 0,7 2 0 0 0,3 2 0 0 0,0 0 0 0 0,-1 0 0 0 0,-5-2 0 0 0,-4 0 0 0 0,-3-3 0 0 0,-4 0 0 0 0,-1 0 0 0 0,1-1 0 0 0,0-1 0 0 0,1-1 0 0 0,2-1 0 0 0,-1 0 0 0 0,-1-1 0 0 0,0-1 0 0 0,-1 0 0 0 0,1-1 0 0 0,2-1 0 0 0,3-1 0 0 0,2 0 0 0 0,2 0 0 0 0,0 1 0 0 0,0 1 0 0 0,-3 1 0 0 0,-1 1 0 0 0,-2 0 0 0 0,-3 1 0 0 0,-1 1 0 0 0,-2-1 0 0 0,-1 1 0 0 0,0-1 0 0 0,0 0 0 0 0,0-1 0 0 0,0 0 0 0 0,0-1 0 0 0,-1 0 0 0 0,0-1 0 0 0,0 0 0 0 0,-1-1 0 0 0,0-1 0 0 0,0 0 0 0 0,0 1 0 0 0,0 1 0 0 0,0 0 0 0 0,0 2 0 0 0,0 1 0 0 0,-1-2 0 0 0,0 0 0 0 0,-1-1 0 0 0,0-2 0 0 0,-1 1 0 0 0,1 0 0 0 0,0 2 0 0 0,1 0 0 0 0,-1 0 0 0 0,1 0 0 0 0,-1-1 0 0 0,-1-1 0 0 0,1 0 0 0 0,-2-1 0 0 0,0-1 0 0 0,0 2 0 0 0,0 0 0 0 0,0 2 0 0 0,0 0 0 0 0,0-1 0 0 0,0-1 0 0 0,-2 0 0 0 0,0-1 0 0 0,-1-1 0 0 0,0 0 0 0 0,0 1 0 0 0,-1 0 0 0 0,1 0 0 0 0,0 0 0 0 0,0 1 0 0 0,1 1 0 0 0,2 2 0 0 0,0 0 0 0 0,1 2 0 0 0,-1-1 0 0 0,-1-1 0 0 0,0 0 0 0 0,1 1 0 0 0,0 0 0 0 0,1 0 0 0 0,0 2 0 0 0,0-1 0 0 0,0 2 0 0 0,0 0 0 0 0,0 0 0 0 0,0 0 0 0 0,1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4T10:32:21.451"/>
    </inkml:context>
    <inkml:brush xml:id="br0">
      <inkml:brushProperty name="width" value="0.1" units="cm"/>
      <inkml:brushProperty name="height" value="0.1" units="cm"/>
    </inkml:brush>
  </inkml:definitions>
  <inkml:trace contextRef="#ctx0" brushRef="#br0">21733 4202 16383 0 0,'0'0'0'0'0,"1"-1"0"0"0,0 1 0 0 0,2-1 0 0 0,0 0 0 0 0,1-1 0 0 0,1 0 0 0 0,0 0 0 0 0,0 0 0 0 0,-1 0 0 0 0,1-1 0 0 0,0 1 0 0 0,0 0 0 0 0,-1-1 0 0 0,1 1 0 0 0,0 0 0 0 0,0 0 0 0 0,-1 1 0 0 0,0-1 0 0 0,0 1 0 0 0,0-1 0 0 0,1 0 0 0 0,0-1 0 0 0,0 1 0 0 0,0-1 0 0 0,-1 1 0 0 0,1 0 0 0 0,-1 0 0 0 0,0 1 0 0 0,0-1 0 0 0,0 0 0 0 0,1 0 0 0 0,0 0 0 0 0,-1 0 0 0 0,1 1 0 0 0,-2-1 0 0 0,1 0 0 0 0,-2 0 0 0 0,1 1 0 0 0,0-1 0 0 0,1 0 0 0 0,0 0 0 0 0,0 1 0 0 0,1 0 0 0 0,-1-1 0 0 0,-1 1 0 0 0,0 0 0 0 0,0 0 0 0 0,0 0 0 0 0,-1 0 0 0 0,2 0 0 0 0,0 0 0 0 0,2 0 0 0 0,-1 0 0 0 0,1-1 0 0 0,-2 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4T10:32:21.452"/>
    </inkml:context>
    <inkml:brush xml:id="br0">
      <inkml:brushProperty name="width" value="0.1" units="cm"/>
      <inkml:brushProperty name="height" value="0.1" units="cm"/>
    </inkml:brush>
  </inkml:definitions>
  <inkml:trace contextRef="#ctx0" brushRef="#br0">18760 4057 16383 0 0,'0'0'0'0'0,"-1"0"0"0"0,0 0 0 0 0,-1 0 0 0 0,0-2 0 0 0,-1 1 0 0 0,0 0 0 0 0,0-2 0 0 0,-2 0 0 0 0,1 1 0 0 0,-1-1 0 0 0,1 1 0 0 0,0 1 0 0 0,0 1 0 0 0,1-1 0 0 0,0 1 0 0 0,0 0 0 0 0,0 0 0 0 0,-1-2 0 0 0,-1 0 0 0 0,-1-1 0 0 0,-1 0 0 0 0,-2-1 0 0 0,1 0 0 0 0,-1 1 0 0 0,2 0 0 0 0,0 1 0 0 0,0-1 0 0 0,-1 1 0 0 0,1 0 0 0 0,-2-1 0 0 0,1 0 0 0 0,-1-1 0 0 0,2 1 0 0 0,0 1 0 0 0,0-1 0 0 0,-2 0 0 0 0,-1 0 0 0 0,0 0 0 0 0,1-1 0 0 0,1 2 0 0 0,2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2"/>
    </inkml:context>
    <inkml:brush xml:id="br0">
      <inkml:brushProperty name="width" value="0.1" units="cm"/>
      <inkml:brushProperty name="height" value="0.1" units="cm"/>
      <inkml:brushProperty name="color" value="#849398"/>
    </inkml:brush>
  </inkml:definitions>
  <inkml:trace contextRef="#ctx0" brushRef="#br0">9928 10066 16383 0 0,'5'6'0'0'0,"3"13"0"0"0,-6 9 0 0 0,-4 5 0 0 0,-1 10 0 0 0,5 7 0 0 0,14 8 0 0 0,11 5 0 0 0,-1 14 0 0 0,2 1 0 0 0,2-14 0 0 0,-5-12 0 0 0,-6-8 0 0 0,-6-7 0 0 0,-6-4 0 0 0,-4 4 0 0 0,-2 13 0 0 0,-1 10 0 0 0,-2-1 0 0 0,1 8 0 0 0,0 9 0 0 0,0 3 0 0 0,1-5 0 0 0,-1-5 0 0 0,7-9 0 0 0,13-7 0 0 0,9-3 0 0 0,6-3 0 0 0,-4-5 0 0 0,-6 3 0 0 0,-7-1 0 0 0,-7 3 0 0 0,-5 0 0 0 0,-3-2 0 0 0,-2-4 0 0 0,4 9 0 0 0,2 7 0 0 0,12 5 0 0 0,2-2 0 0 0,-3-5 0 0 0,3-1 0 0 0,-3-4 0 0 0,-4-5 0 0 0,-4-4 0 0 0,-4 3 0 0 0,3 4 0 0 0,6 1 0 0 0,6-3 0 0 0,0 2 0 0 0,-4-1 0 0 0,-4 9 0 0 0,-5 0 0 0 0,-2-10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3"/>
    </inkml:context>
    <inkml:brush xml:id="br0">
      <inkml:brushProperty name="width" value="0.1" units="cm"/>
      <inkml:brushProperty name="height" value="0.1" units="cm"/>
      <inkml:brushProperty name="color" value="#849398"/>
    </inkml:brush>
  </inkml:definitions>
  <inkml:trace contextRef="#ctx0" brushRef="#br0">16160 8067 16383 0 0,'6'0'0'0'0,"1"6"0"0"0,1 7 0 0 0,-2 19 0 0 0,-2 21 0 0 0,-2 13 0 0 0,0 1 0 0 0,-2 0 0 0 0,0-5 0 0 0,6-8 0 0 0,7-6 0 0 0,7-13 0 0 0,0 0 0 0 0,3-1 0 0 0,3 1 0 0 0,2-1 0 0 0,-2-1 0 0 0,-7 1 0 0 0,-6-1 0 0 0,-6 12 0 0 0,-3 15 0 0 0,-3 9 0 0 0,-1-1 0 0 0,-2-2 0 0 0,1-5 0 0 0,0-3 0 0 0,0-4 0 0 0,1-1 0 0 0,-1 2 0 0 0,7 4 0 0 0,1-3 0 0 0,6 0 0 0 0,1-3 0 0 0,-3-5 0 0 0,-2 0 0 0 0,-4 5 0 0 0,-1-3 0 0 0,-3 3 0 0 0,-1-2 0 0 0,0 1 0 0 0,-1 4 0 0 0,18 3 0 0 0,5-2 0 0 0,0-5 0 0 0,-5-1 0 0 0,1 3 0 0 0,-3-1 0 0 0,-3-6 0 0 0,-5-3 0 0 0,-3-5 0 0 0,-2 3 0 0 0,-1-5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4"/>
    </inkml:context>
    <inkml:brush xml:id="br0">
      <inkml:brushProperty name="width" value="0.1" units="cm"/>
      <inkml:brushProperty name="height" value="0.1" units="cm"/>
      <inkml:brushProperty name="color" value="#849398"/>
    </inkml:brush>
  </inkml:definitions>
  <inkml:trace contextRef="#ctx0" brushRef="#br0">21356 8890 16383 0 0,'0'6'0'0'0,"-17"13"0"0"0,-6 9 0 0 0,1 6 0 0 0,5 2 0 0 0,4 7 0 0 0,5 2 0 0 0,4-2 0 0 0,3-1 0 0 0,1 2 0 0 0,0 12 0 0 0,1 2 0 0 0,0 2 0 0 0,0-3 0 0 0,0 0 0 0 0,-1-4 0 0 0,0-5 0 0 0,-6 1 0 0 0,-7-3 0 0 0,-7-3 0 0 0,-1 2 0 0 0,-8 6 0 0 0,1-1 0 0 0,6-3 0 0 0,0 7 0 0 0,4 7 0 0 0,5 4 0 0 0,5-4 0 0 0,4 0 0 0 0,2-5 0 0 0,2-1 0 0 0,1 2 0 0 0,0-8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5"/>
    </inkml:context>
    <inkml:brush xml:id="br0">
      <inkml:brushProperty name="width" value="0.1" units="cm"/>
      <inkml:brushProperty name="height" value="0.1" units="cm"/>
      <inkml:brushProperty name="color" value="#849398"/>
    </inkml:brush>
  </inkml:definitions>
  <inkml:trace contextRef="#ctx0" brushRef="#br0">28115 9407 16383 0 0,'0'12'0'0'0,"0"9"0"0"0,-12 24 0 0 0,-26 27 0 0 0,-12 1 0 0 0,-16 6 0 0 0,-12 12 0 0 0,-6 2 0 0 0,7-9 0 0 0,4-8 0 0 0,15-10 0 0 0,17-6 0 0 0,16-7 0 0 0,12-1 0 0 0,8-3 0 0 0,5 6 0 0 0,3 12 0 0 0,0 11 0 0 0,0 9 0 0 0,-29 14 0 0 0,-33 17 0 0 0,-29 17 0 0 0,-11 4 0 0 0,5-11 0 0 0,19-16 0 0 0,22-16 0 0 0,20-6 0 0 0,16-14 0 0 0,-1-7 0 0 0,3-11 0 0 0,-2 3 0 0 0,2 2 0 0 0,-8 2 0 0 0,0-5 0 0 0,4-6 0 0 0,5-2 0 0 0,0-9 0 0 0,1 0 0 0 0,4-3 0 0 0,3 5 0 0 0,-4-1 0 0 0,-5-2 0 0 0,-6-2 0 0 0,1 4 0 0 0,3-1 0 0 0,5-7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ABF46-9BE4-420E-A5C9-1CC26381DC72}" type="datetimeFigureOut">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85969-CFC0-4C2A-95F3-9D3262A54653}" type="slidenum">
              <a:t>‹#›</a:t>
            </a:fld>
            <a:endParaRPr lang="en-US"/>
          </a:p>
        </p:txBody>
      </p:sp>
    </p:spTree>
    <p:extLst>
      <p:ext uri="{BB962C8B-B14F-4D97-AF65-F5344CB8AC3E}">
        <p14:creationId xmlns:p14="http://schemas.microsoft.com/office/powerpoint/2010/main" val="388241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doi.org/10.1038/s44159-024-00312-1" TargetMode="External"/><Relationship Id="rId3" Type="http://schemas.openxmlformats.org/officeDocument/2006/relationships/hyperlink" Target="https://doi.org/10.1521/soco.23.1.91.59198" TargetMode="External"/><Relationship Id="rId7" Type="http://schemas.openxmlformats.org/officeDocument/2006/relationships/hyperlink" Target="https://doi.org/10.1007/s00779-009-0277-7"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doi.org/10.1145/3173574.3173998" TargetMode="External"/><Relationship Id="rId5" Type="http://schemas.openxmlformats.org/officeDocument/2006/relationships/hyperlink" Target="https://doi.org/10.1037/xge0000055" TargetMode="External"/><Relationship Id="rId4" Type="http://schemas.openxmlformats.org/officeDocument/2006/relationships/hyperlink" Target="https://doi.org/10.1016/j.jml.2005.08.005"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Hi all! We are Team 12 , and our team name is NO PARKING. Our project focuses on supporting relationships through nostalgia and reminiscence. We will be exploring what kinds of relationships these are, how people connect to memories, the objects that carry those memories, and more. Since this course is about Social and Mobile Computing, our focus is specifically on how people connect with or experience nostalgia together not just as an individual experience, but a shared one. To start, we spoke to tutors and students, and looked into existing research papers online, what kind of work has been done </a:t>
            </a:r>
            <a:endParaRPr lang="en-US">
              <a:ea typeface="Calibri" panose="020F0502020204030204"/>
              <a:cs typeface="Calibri" panose="020F0502020204030204"/>
            </a:endParaRPr>
          </a:p>
          <a:p>
            <a:endParaRPr lang="en-AU" i="1">
              <a:ea typeface="Calibri"/>
              <a:cs typeface="Calibri"/>
            </a:endParaRPr>
          </a:p>
        </p:txBody>
      </p:sp>
      <p:sp>
        <p:nvSpPr>
          <p:cNvPr id="4" name="Slide Number Placeholder 3"/>
          <p:cNvSpPr>
            <a:spLocks noGrp="1"/>
          </p:cNvSpPr>
          <p:nvPr>
            <p:ph type="sldNum" sz="quarter" idx="5"/>
          </p:nvPr>
        </p:nvSpPr>
        <p:spPr/>
        <p:txBody>
          <a:bodyPr/>
          <a:lstStyle/>
          <a:p>
            <a:fld id="{7B885969-CFC0-4C2A-95F3-9D3262A54653}" type="slidenum">
              <a:rPr lang="en-US"/>
              <a:t>1</a:t>
            </a:fld>
            <a:endParaRPr lang="en-US"/>
          </a:p>
        </p:txBody>
      </p:sp>
    </p:spTree>
    <p:extLst>
      <p:ext uri="{BB962C8B-B14F-4D97-AF65-F5344CB8AC3E}">
        <p14:creationId xmlns:p14="http://schemas.microsoft.com/office/powerpoint/2010/main" val="1039710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443F-963C-50BF-B6E0-2A387B013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0294B-1E4F-8B13-A808-C42ABA62E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B916F-E0E8-8094-0180-41038F4A6500}"/>
              </a:ext>
            </a:extLst>
          </p:cNvPr>
          <p:cNvSpPr>
            <a:spLocks noGrp="1"/>
          </p:cNvSpPr>
          <p:nvPr>
            <p:ph type="body" idx="1"/>
          </p:nvPr>
        </p:nvSpPr>
        <p:spPr/>
        <p:txBody>
          <a:bodyPr/>
          <a:lstStyle/>
          <a:p>
            <a:r>
              <a:rPr lang="en-US"/>
              <a:t>Our combined, diverse backgrounds in</a:t>
            </a:r>
            <a:r>
              <a:rPr lang="en-US" b="1"/>
              <a:t> </a:t>
            </a:r>
            <a:r>
              <a:rPr lang="en-US"/>
              <a:t>law, business, market strategy and analysis, and design and now converging into IT, design, and research, will help us shape this experience understanding the space, digging into the </a:t>
            </a:r>
            <a:r>
              <a:rPr lang="en-US" i="1"/>
              <a:t>why</a:t>
            </a:r>
            <a:r>
              <a:rPr lang="en-US"/>
              <a:t>, identifying current gaps, and executing effectively for this course. We also bring strong </a:t>
            </a:r>
            <a:r>
              <a:rPr lang="en-US" b="1"/>
              <a:t>v</a:t>
            </a:r>
            <a:r>
              <a:rPr lang="en-US"/>
              <a:t>isual and design backgrounds, alongside </a:t>
            </a:r>
            <a:r>
              <a:rPr lang="en-US" b="1"/>
              <a:t> </a:t>
            </a:r>
            <a:r>
              <a:rPr lang="en-US"/>
              <a:t>technical development experience. And since we're all in our final year, team coordination and mutual understanding should come naturally.</a:t>
            </a:r>
          </a:p>
          <a:p>
            <a:endParaRPr lang="en-US">
              <a:ea typeface="Calibri"/>
              <a:cs typeface="Calibri"/>
            </a:endParaRPr>
          </a:p>
        </p:txBody>
      </p:sp>
      <p:sp>
        <p:nvSpPr>
          <p:cNvPr id="4" name="Slide Number Placeholder 3">
            <a:extLst>
              <a:ext uri="{FF2B5EF4-FFF2-40B4-BE49-F238E27FC236}">
                <a16:creationId xmlns:a16="http://schemas.microsoft.com/office/drawing/2014/main" id="{80EC9172-713E-F131-2BD5-6DED5BB9D821}"/>
              </a:ext>
            </a:extLst>
          </p:cNvPr>
          <p:cNvSpPr>
            <a:spLocks noGrp="1"/>
          </p:cNvSpPr>
          <p:nvPr>
            <p:ph type="sldNum" sz="quarter" idx="5"/>
          </p:nvPr>
        </p:nvSpPr>
        <p:spPr/>
        <p:txBody>
          <a:bodyPr/>
          <a:lstStyle/>
          <a:p>
            <a:fld id="{7B885969-CFC0-4C2A-95F3-9D3262A54653}" type="slidenum">
              <a:rPr lang="en-US"/>
              <a:t>2</a:t>
            </a:fld>
            <a:endParaRPr lang="en-US"/>
          </a:p>
        </p:txBody>
      </p:sp>
    </p:spTree>
    <p:extLst>
      <p:ext uri="{BB962C8B-B14F-4D97-AF65-F5344CB8AC3E}">
        <p14:creationId xmlns:p14="http://schemas.microsoft.com/office/powerpoint/2010/main" val="1429029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We're looking at how people preserve and revisit memories, and how that affects their relationships and connection to their own past.
Why it matters:
- Reactive curation: nobody decides what matters upfront - they only sort it out once forced to, like running out of storage.
- Digital vs physical asymmetry: people hoard physical items because space feels endless, but delete digital memories constantly because storage runs out.
- Deliberately unopened memories: one interviewee kept a video of her grandmother she's never watched - preservation isn't always about wanting to revisit.
- Contested inheritance: some want to pass down objects, others explicitly want to pass down values instead - no consensus.
- Place-triggered recall: two interviewees independently described memories flooding back just from visiting a childhood location.
- Socially-learned methods: people are picking up preservation tricks like flower-drying from Instagram, not from family.
Evidence: Based on 3 semi-structured interviews across age groups - 60+, late 20s, early 20s.
Branches of nostalgia: personal (your own past) vs collective (shared cultural past); restorative (wanting it back) vs reflective (making peace with it); social nostalgia specifically tied to people, which ties back to our domain title; and sensory triggers as the practical entry point - smell, music, place, photos.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shared audio capsule for a family or friend group. Each member records periodically (weekly/monthly). Individual recordings show up as living visual elements on a shared tree  flowers glow when someone's doing well, leaves dim when someone's struggling. Once a year, at a "harvest" point, accumulated recordings crystallize into fruit  a compiled memory of what the group grew through together.</a:t>
            </a:r>
            <a:endParaRPr lang="en-US">
              <a:solidFill>
                <a:srgbClr val="444444"/>
              </a:solidFill>
            </a:endParaRPr>
          </a:p>
          <a:p>
            <a:endParaRPr lang="en-US">
              <a:solidFill>
                <a:srgbClr val="444444"/>
              </a:solidFill>
            </a:endParaRPr>
          </a:p>
          <a:p>
            <a:r>
              <a:rPr lang="en-US"/>
              <a:t>1- Digital time capsule – time capsules are done among a group of friends of any age and mix to collectively preserve their memories in a container to revisit it after a certain agreed number of years. For example, a group of friends in a university, in their graduation party would get together and put some class notes, photos, notes to future selves, </a:t>
            </a:r>
            <a:r>
              <a:rPr lang="en-US" err="1"/>
              <a:t>uni</a:t>
            </a:r>
            <a:r>
              <a:rPr lang="en-US"/>
              <a:t> memorabilia, and various items into a container and bury it in a marked place and pledge to get together after 20 years to unearth it and cherish their memories. We want to extend this experience to have a mobile and digital experience given the challenges of full-physical time capsule like limited space to bury, rapidly changing landscapes and geographical distances of people from one another (friends).</a:t>
            </a:r>
            <a:endParaRPr lang="en-US">
              <a:solidFill>
                <a:srgbClr val="444444"/>
              </a:solidFill>
            </a:endParaRPr>
          </a:p>
          <a:p>
            <a:endParaRPr lang="en-US">
              <a:solidFill>
                <a:srgbClr val="444444"/>
              </a:solidFill>
            </a:endParaRPr>
          </a:p>
          <a:p>
            <a:r>
              <a:rPr lang="en-US"/>
              <a:t>2- What did it look like then? - People both locals and visitors alike often wonder how certain places looked like in the past and how it changed over the time. Photographic preservation of 'places' often happen spontaneously without intentional preservation for the future. Specially public places. For example - what did this house look like in 2015 might be a very difficult thing to </a:t>
            </a:r>
            <a:r>
              <a:rPr lang="en-US" err="1"/>
              <a:t>visualise</a:t>
            </a:r>
            <a:r>
              <a:rPr lang="en-US"/>
              <a:t> and refer, unless someone accidently took a picture then, often not archived. We want to explore a social collaboration which supports creating these memories by installing signals which reminds public to take a picture of the object and upload it to the identified destination in the public web. The signal, imagine a light installed on a lamp-post by the great-court at UQ would turn red on a given month annually which is the signal for somebody who walks by to take a picture and upload it to the memory time-line of the great-court.</a:t>
            </a:r>
            <a:endParaRPr lang="en-US">
              <a:solidFill>
                <a:srgbClr val="444444"/>
              </a:solidFill>
            </a:endParaRPr>
          </a:p>
          <a:p>
            <a:endParaRPr lang="en-US">
              <a:ea typeface="Calibri"/>
              <a:cs typeface="Calibri"/>
            </a:endParaRPr>
          </a:p>
          <a:p>
            <a:endParaRPr lang="en-US">
              <a:ea typeface="Calibri"/>
              <a:cs typeface="Calibri"/>
            </a:endParaRPr>
          </a:p>
          <a:p>
            <a:pPr marL="228600" indent="-228600">
              <a:lnSpc>
                <a:spcPct val="120000"/>
              </a:lnSpc>
              <a:spcBef>
                <a:spcPts val="1000"/>
              </a:spcBef>
            </a:pPr>
            <a:r>
              <a:rPr lang="en-US">
                <a:solidFill>
                  <a:srgbClr val="444742"/>
                </a:solidFill>
              </a:rPr>
              <a:t>Bluck, S., Alea, N., Habermas, T., &amp; Rubin, D. C. (2005). A tale of three functions: The self-reported uses of autobiographical memory. </a:t>
            </a:r>
            <a:r>
              <a:rPr lang="en-US" i="1">
                <a:solidFill>
                  <a:srgbClr val="444742"/>
                </a:solidFill>
              </a:rPr>
              <a:t>Social Cognition, 23</a:t>
            </a:r>
            <a:r>
              <a:rPr lang="en-US">
                <a:solidFill>
                  <a:srgbClr val="444742"/>
                </a:solidFill>
              </a:rPr>
              <a:t>(1), 91–117. </a:t>
            </a:r>
            <a:r>
              <a:rPr lang="en-US">
                <a:solidFill>
                  <a:srgbClr val="131313"/>
                </a:solidFill>
                <a:hlinkClick r:id="rId3"/>
              </a:rPr>
              <a:t>https://doi.org/10.1521/soco.23.1.91.59198</a:t>
            </a:r>
            <a:endParaRPr lang="en-US">
              <a:solidFill>
                <a:srgbClr val="131313"/>
              </a:solidFill>
            </a:endParaRPr>
          </a:p>
          <a:p>
            <a:pPr marL="228600" indent="-228600">
              <a:lnSpc>
                <a:spcPct val="120000"/>
              </a:lnSpc>
              <a:spcBef>
                <a:spcPts val="1000"/>
              </a:spcBef>
            </a:pPr>
            <a:endParaRPr lang="en-US">
              <a:solidFill>
                <a:srgbClr val="131313"/>
              </a:solidFill>
            </a:endParaRPr>
          </a:p>
          <a:p>
            <a:pPr marL="228600" indent="-228600">
              <a:lnSpc>
                <a:spcPct val="120000"/>
              </a:lnSpc>
              <a:spcBef>
                <a:spcPts val="1000"/>
              </a:spcBef>
            </a:pPr>
            <a:r>
              <a:rPr lang="en-US">
                <a:solidFill>
                  <a:srgbClr val="444742"/>
                </a:solidFill>
              </a:rPr>
              <a:t>Conway, M. A. (2005). Memory and the self. </a:t>
            </a:r>
            <a:r>
              <a:rPr lang="en-US" i="1">
                <a:solidFill>
                  <a:srgbClr val="444742"/>
                </a:solidFill>
              </a:rPr>
              <a:t>Journal of Memory and Language, 53</a:t>
            </a:r>
            <a:r>
              <a:rPr lang="en-US">
                <a:solidFill>
                  <a:srgbClr val="444742"/>
                </a:solidFill>
              </a:rPr>
              <a:t>(4), 594–628. </a:t>
            </a:r>
            <a:r>
              <a:rPr lang="en-US">
                <a:solidFill>
                  <a:srgbClr val="131313"/>
                </a:solidFill>
                <a:hlinkClick r:id="rId4"/>
              </a:rPr>
              <a:t>https://doi.org/10.1016/j.jml.2005.08.005</a:t>
            </a:r>
            <a:endParaRPr lang="en-US">
              <a:solidFill>
                <a:srgbClr val="131313"/>
              </a:solidFill>
            </a:endParaRPr>
          </a:p>
          <a:p>
            <a:pPr marL="228600" indent="-228600">
              <a:lnSpc>
                <a:spcPct val="120000"/>
              </a:lnSpc>
              <a:spcBef>
                <a:spcPts val="1000"/>
              </a:spcBef>
            </a:pPr>
            <a:endParaRPr lang="en-US">
              <a:solidFill>
                <a:srgbClr val="131313"/>
              </a:solidFill>
            </a:endParaRPr>
          </a:p>
          <a:p>
            <a:pPr marL="228600" indent="-228600">
              <a:lnSpc>
                <a:spcPct val="120000"/>
              </a:lnSpc>
              <a:spcBef>
                <a:spcPts val="1000"/>
              </a:spcBef>
            </a:pPr>
            <a:r>
              <a:rPr lang="en-US">
                <a:solidFill>
                  <a:srgbClr val="444742"/>
                </a:solidFill>
              </a:rPr>
              <a:t>Hirst, W., Phelps, E. A., </a:t>
            </a:r>
            <a:r>
              <a:rPr lang="en-US" err="1">
                <a:solidFill>
                  <a:srgbClr val="444742"/>
                </a:solidFill>
              </a:rPr>
              <a:t>Meksin</a:t>
            </a:r>
            <a:r>
              <a:rPr lang="en-US">
                <a:solidFill>
                  <a:srgbClr val="444742"/>
                </a:solidFill>
              </a:rPr>
              <a:t>, R., Vaidya, C. J., Johnson, M. K., Mitchell, K. J., Buckner, R. L., </a:t>
            </a:r>
            <a:r>
              <a:rPr lang="en-US" err="1">
                <a:solidFill>
                  <a:srgbClr val="444742"/>
                </a:solidFill>
              </a:rPr>
              <a:t>Budson</a:t>
            </a:r>
            <a:r>
              <a:rPr lang="en-US">
                <a:solidFill>
                  <a:srgbClr val="444742"/>
                </a:solidFill>
              </a:rPr>
              <a:t>, A. E., Gabrieli, J. D. E., Lustig, C., Mather, M., Ochsner, K. N., Schacter, D. L., Simons, J. S., Lyle, K. B., Cuc, A. F., &amp; Olsson, A. (2015). A ten-year follow-up of a study of memory for the attack of September 11, 2001: Flashbulb memories and memories for flashbulb events. </a:t>
            </a:r>
            <a:r>
              <a:rPr lang="en-US" i="1">
                <a:solidFill>
                  <a:srgbClr val="444742"/>
                </a:solidFill>
              </a:rPr>
              <a:t>Journal of Experimental Psychology: General, 144</a:t>
            </a:r>
            <a:r>
              <a:rPr lang="en-US">
                <a:solidFill>
                  <a:srgbClr val="444742"/>
                </a:solidFill>
              </a:rPr>
              <a:t>(3), 604–623. </a:t>
            </a:r>
            <a:r>
              <a:rPr lang="en-US">
                <a:solidFill>
                  <a:srgbClr val="131313"/>
                </a:solidFill>
                <a:hlinkClick r:id="rId5"/>
              </a:rPr>
              <a:t>https://doi.org/10.1037/xge0000055</a:t>
            </a:r>
            <a:endParaRPr lang="en-US">
              <a:solidFill>
                <a:srgbClr val="131313"/>
              </a:solidFill>
            </a:endParaRPr>
          </a:p>
          <a:p>
            <a:pPr marL="228600" indent="-228600">
              <a:lnSpc>
                <a:spcPct val="120000"/>
              </a:lnSpc>
              <a:spcBef>
                <a:spcPts val="1000"/>
              </a:spcBef>
            </a:pPr>
            <a:endParaRPr lang="en-US">
              <a:solidFill>
                <a:srgbClr val="131313"/>
              </a:solidFill>
              <a:ea typeface="Calibri"/>
              <a:cs typeface="Calibri"/>
            </a:endParaRPr>
          </a:p>
          <a:p>
            <a:pPr marL="228600" indent="-228600">
              <a:lnSpc>
                <a:spcPct val="120000"/>
              </a:lnSpc>
              <a:spcBef>
                <a:spcPts val="1000"/>
              </a:spcBef>
            </a:pPr>
            <a:r>
              <a:rPr lang="en-US">
                <a:solidFill>
                  <a:srgbClr val="1F1F1F"/>
                </a:solidFill>
              </a:rPr>
              <a:t>Jones, J., &amp; Ackerman, M. S. (2018). Co-constructing family memory: Understanding the intergenerational practices of passing on family stories. </a:t>
            </a:r>
            <a:r>
              <a:rPr lang="en-US" i="1">
                <a:solidFill>
                  <a:srgbClr val="1F1F1F"/>
                </a:solidFill>
              </a:rPr>
              <a:t>Proceedings of the 2018 CHI Conference on Human Factors in Computing Systems</a:t>
            </a:r>
            <a:r>
              <a:rPr lang="en-US">
                <a:solidFill>
                  <a:srgbClr val="1F1F1F"/>
                </a:solidFill>
              </a:rPr>
              <a:t>. </a:t>
            </a:r>
            <a:r>
              <a:rPr lang="en-US">
                <a:solidFill>
                  <a:srgbClr val="000000"/>
                </a:solidFill>
                <a:hlinkClick r:id="rId6"/>
              </a:rPr>
              <a:t>https://doi.org/10.1145/3173574.3173998</a:t>
            </a:r>
            <a:r>
              <a:rPr lang="en-US">
                <a:solidFill>
                  <a:srgbClr val="1F1F1F"/>
                </a:solidFill>
              </a:rPr>
              <a:t> </a:t>
            </a:r>
            <a:endParaRPr lang="en-US"/>
          </a:p>
          <a:p>
            <a:pPr marL="228600" indent="-228600">
              <a:lnSpc>
                <a:spcPct val="120000"/>
              </a:lnSpc>
              <a:spcBef>
                <a:spcPts val="1000"/>
              </a:spcBef>
            </a:pPr>
            <a:endParaRPr lang="en-US">
              <a:solidFill>
                <a:srgbClr val="444742"/>
              </a:solidFill>
            </a:endParaRPr>
          </a:p>
          <a:p>
            <a:pPr marL="228600" indent="-228600">
              <a:lnSpc>
                <a:spcPct val="120000"/>
              </a:lnSpc>
              <a:spcBef>
                <a:spcPts val="1000"/>
              </a:spcBef>
            </a:pPr>
            <a:r>
              <a:rPr lang="en-US">
                <a:solidFill>
                  <a:srgbClr val="444742"/>
                </a:solidFill>
              </a:rPr>
              <a:t>Petrelli, D., &amp; Whittaker, S. (2010). Family memories in the home: Contrasting physical and digital mementos. Personal and Ubiquitous Computing, 14(2), 153–169. </a:t>
            </a:r>
            <a:r>
              <a:rPr lang="en-US">
                <a:solidFill>
                  <a:srgbClr val="131313"/>
                </a:solidFill>
                <a:hlinkClick r:id="rId7"/>
              </a:rPr>
              <a:t>https://doi.org/10.1007/s00779-009-0277-7</a:t>
            </a:r>
            <a:r>
              <a:rPr lang="en-US">
                <a:solidFill>
                  <a:srgbClr val="444742"/>
                </a:solidFill>
              </a:rPr>
              <a:t> </a:t>
            </a:r>
            <a:endParaRPr lang="en-US">
              <a:solidFill>
                <a:srgbClr val="131313"/>
              </a:solidFill>
              <a:ea typeface="Calibri"/>
              <a:cs typeface="Calibri"/>
            </a:endParaRPr>
          </a:p>
          <a:p>
            <a:pPr marL="228600" indent="-228600">
              <a:lnSpc>
                <a:spcPct val="120000"/>
              </a:lnSpc>
              <a:spcBef>
                <a:spcPts val="1000"/>
              </a:spcBef>
            </a:pPr>
            <a:endParaRPr lang="en-US">
              <a:solidFill>
                <a:srgbClr val="444742"/>
              </a:solidFill>
            </a:endParaRPr>
          </a:p>
          <a:p>
            <a:pPr marL="228600" indent="-228600">
              <a:lnSpc>
                <a:spcPct val="120000"/>
              </a:lnSpc>
              <a:spcBef>
                <a:spcPts val="1000"/>
              </a:spcBef>
            </a:pPr>
            <a:r>
              <a:rPr lang="en-US">
                <a:solidFill>
                  <a:srgbClr val="444742"/>
                </a:solidFill>
              </a:rPr>
              <a:t>Wardell, V., &amp; Palombo, D. J. (2024). Stability and malleability of emotional autobiographical memories. </a:t>
            </a:r>
            <a:r>
              <a:rPr lang="en-US" i="1">
                <a:solidFill>
                  <a:srgbClr val="444742"/>
                </a:solidFill>
              </a:rPr>
              <a:t>Nature Reviews Psychology, 3</a:t>
            </a:r>
            <a:r>
              <a:rPr lang="en-US">
                <a:solidFill>
                  <a:srgbClr val="444742"/>
                </a:solidFill>
              </a:rPr>
              <a:t>(6), 393–406. </a:t>
            </a:r>
            <a:r>
              <a:rPr lang="en-US">
                <a:solidFill>
                  <a:srgbClr val="131313"/>
                </a:solidFill>
                <a:hlinkClick r:id="rId8"/>
              </a:rPr>
              <a:t>https://doi.org/10.1038/s44159-024-00312-1</a:t>
            </a:r>
            <a:endParaRPr lang="en-US">
              <a:solidFill>
                <a:srgbClr val="131313"/>
              </a:solidFill>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B885969-CFC0-4C2A-95F3-9D3262A54653}" type="slidenum">
              <a:rPr lang="en-US"/>
              <a:t>4</a:t>
            </a:fld>
            <a:endParaRPr lang="en-US"/>
          </a:p>
        </p:txBody>
      </p:sp>
    </p:spTree>
    <p:extLst>
      <p:ext uri="{BB962C8B-B14F-4D97-AF65-F5344CB8AC3E}">
        <p14:creationId xmlns:p14="http://schemas.microsoft.com/office/powerpoint/2010/main" val="3366723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AUDIENCE
Our audience isn't defined by age bracket - it's defined by group shape. We're designing for groups that have a shared endpoint coming: a uni cohort about to graduate, a sports team at the end of a season, workmates before someone moves on, a school friend group that's about to scatter.
Beyond demographics:
Skills - they're phone-native and already archiving constantly, but passively. Camera rolls, group chats, shared albums. The material exists; nobody owns it or curates it.
Values - what they care about is the shared history, not the individual record. This is why solo journalling doesn't scratch the itch. The story matters because other people were in it.
Workflows - memory-keeping happens spontaneously and lives scattered across WhatsApp, Instagram and camera rolls. From our interviews, it only gets sorted out reactively, usually when storage runs out.
Priorities - they'll accept almost no effort at the time in exchange for a big payoff later. And they need a reason and a date to come back to it, otherwise it just sits there.
PRIOR ATTEMPTS
We looked at the five closest things already in the market.
OpenItLater is web-only and text-only - you write a message, set a date, it unlocks. You can share the link, but the content is one person's.
Timecapsule.com isn't digital at all - they sell physical keepsake capsules as gifts.
Capsuled is a mobile app: sealed photo and video capsules with a countdown, and once it's sealed you can't edit it. You send it to friends or followers.
PersonalCapsule is explicitly private and solo - an iPhone vault for letters, photos and voice notes to your future self.
Day One is the closest on the social side - it added Shared Journals in 2024 - but it's continuous journalling, always open, with no seal-and-return moment.
The common pattern across all five: a capsule gets sealed until a date, but it's authored and opened by one person. That's the shape of the space as it stands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Still to Figure Out</a:t>
            </a:r>
            <a:endParaRPr lang="en-US">
              <a:solidFill>
                <a:srgbClr val="444444"/>
              </a:solidFill>
            </a:endParaRPr>
          </a:p>
          <a:p>
            <a:endParaRPr lang="en-US">
              <a:solidFill>
                <a:srgbClr val="444444"/>
              </a:solidFill>
            </a:endParaRPr>
          </a:p>
          <a:p>
            <a:r>
              <a:rPr lang="en-US"/>
              <a:t>Which concept direction fits real groups</a:t>
            </a:r>
            <a:endParaRPr lang="en-US">
              <a:solidFill>
                <a:srgbClr val="444444"/>
              </a:solidFill>
            </a:endParaRPr>
          </a:p>
          <a:p>
            <a:pPr marL="171450" indent="-171450">
              <a:buFont typeface="Arial"/>
              <a:buChar char="•"/>
            </a:pPr>
            <a:r>
              <a:rPr lang="en-US"/>
              <a:t>We have several variations on the table at the moment, like a simple digital time-capsule, digital memory bubble, house stories, NFC tags to access memories, Digital memory museum, Digital reunion, etc.</a:t>
            </a:r>
            <a:endParaRPr lang="en-US">
              <a:solidFill>
                <a:srgbClr val="444444"/>
              </a:solidFill>
            </a:endParaRPr>
          </a:p>
          <a:p>
            <a:pPr marL="171450" indent="-171450">
              <a:buFont typeface="Arial"/>
              <a:buChar char="•"/>
            </a:pPr>
            <a:r>
              <a:rPr lang="en-US"/>
              <a:t>We as a group don’t yet know which one actually resonates with people vs which one sounds interesting to them</a:t>
            </a:r>
            <a:endParaRPr lang="en-US">
              <a:solidFill>
                <a:srgbClr val="444444"/>
              </a:solidFill>
            </a:endParaRPr>
          </a:p>
          <a:p>
            <a:endParaRPr lang="en-US">
              <a:solidFill>
                <a:srgbClr val="444444"/>
              </a:solidFill>
            </a:endParaRPr>
          </a:p>
          <a:p>
            <a:r>
              <a:rPr lang="en-US"/>
              <a:t>Nostalgia vs. Reflective-memory</a:t>
            </a:r>
            <a:endParaRPr lang="en-US">
              <a:solidFill>
                <a:srgbClr val="444444"/>
              </a:solidFill>
            </a:endParaRPr>
          </a:p>
          <a:p>
            <a:pPr marL="171450" indent="-171450">
              <a:buFont typeface="Arial"/>
              <a:buChar char="•"/>
            </a:pPr>
            <a:r>
              <a:rPr lang="en-US"/>
              <a:t>our research lead to an important distinction</a:t>
            </a:r>
            <a:endParaRPr lang="en-US">
              <a:solidFill>
                <a:srgbClr val="444444"/>
              </a:solidFill>
              <a:ea typeface="Calibri" panose="020F0502020204030204"/>
              <a:cs typeface="Calibri" panose="020F0502020204030204"/>
            </a:endParaRPr>
          </a:p>
          <a:p>
            <a:pPr marL="171450" indent="-171450">
              <a:buFont typeface="Arial"/>
              <a:buChar char="•"/>
            </a:pPr>
            <a:r>
              <a:rPr lang="en-US"/>
              <a:t>Do individuals look back fondly for the nostalgia or do they grow from a memory and reflect</a:t>
            </a:r>
            <a:endParaRPr lang="en-US">
              <a:solidFill>
                <a:srgbClr val="444444"/>
              </a:solidFill>
              <a:ea typeface="Calibri" panose="020F0502020204030204"/>
              <a:cs typeface="Calibri" panose="020F0502020204030204"/>
            </a:endParaRPr>
          </a:p>
          <a:p>
            <a:pPr marL="171450" indent="-171450">
              <a:buFont typeface="Arial"/>
              <a:buChar char="•"/>
            </a:pPr>
            <a:r>
              <a:rPr lang="en-US"/>
              <a:t>Both can lead to different design</a:t>
            </a:r>
            <a:endParaRPr lang="en-US">
              <a:solidFill>
                <a:srgbClr val="444444"/>
              </a:solidFill>
              <a:ea typeface="Calibri" panose="020F0502020204030204"/>
              <a:cs typeface="Calibri" panose="020F0502020204030204"/>
            </a:endParaRPr>
          </a:p>
          <a:p>
            <a:pPr marL="171450" indent="-171450">
              <a:buFont typeface="Arial"/>
              <a:buChar char="•"/>
            </a:pPr>
            <a:r>
              <a:rPr lang="en-US"/>
              <a:t>Need to find out which framing our target audience want </a:t>
            </a:r>
            <a:endParaRPr lang="en-US">
              <a:solidFill>
                <a:srgbClr val="444444"/>
              </a:solidFill>
              <a:ea typeface="Calibri" panose="020F0502020204030204"/>
              <a:cs typeface="Calibri" panose="020F0502020204030204"/>
            </a:endParaRPr>
          </a:p>
          <a:p>
            <a:endParaRPr lang="en-US">
              <a:solidFill>
                <a:srgbClr val="444444"/>
              </a:solidFill>
            </a:endParaRPr>
          </a:p>
          <a:p>
            <a:r>
              <a:rPr lang="en-US"/>
              <a:t>Will group of people commit to the “vow to return”</a:t>
            </a:r>
            <a:endParaRPr lang="en-US">
              <a:solidFill>
                <a:srgbClr val="444444"/>
              </a:solidFill>
            </a:endParaRPr>
          </a:p>
          <a:p>
            <a:pPr marL="171450" indent="-171450">
              <a:buFont typeface="Arial"/>
              <a:buChar char="•"/>
            </a:pPr>
            <a:r>
              <a:rPr lang="en-US"/>
              <a:t>This is the core concept of our domain topic but not tested</a:t>
            </a:r>
            <a:endParaRPr lang="en-US">
              <a:solidFill>
                <a:srgbClr val="444444"/>
              </a:solidFill>
              <a:ea typeface="Calibri" panose="020F0502020204030204"/>
              <a:cs typeface="Calibri" panose="020F0502020204030204"/>
            </a:endParaRPr>
          </a:p>
          <a:p>
            <a:pPr marL="171450" indent="-171450">
              <a:buFont typeface="Arial"/>
              <a:buChar char="•"/>
            </a:pPr>
            <a:r>
              <a:rPr lang="en-US"/>
              <a:t>Does shared future date get </a:t>
            </a:r>
            <a:r>
              <a:rPr lang="en-US" err="1"/>
              <a:t>honoured</a:t>
            </a:r>
            <a:r>
              <a:rPr lang="en-US"/>
              <a:t> in real life? Or does it become something groups abandon</a:t>
            </a:r>
            <a:endParaRPr lang="en-US">
              <a:solidFill>
                <a:srgbClr val="444444"/>
              </a:solidFill>
              <a:ea typeface="Calibri" panose="020F0502020204030204"/>
              <a:cs typeface="Calibri" panose="020F0502020204030204"/>
            </a:endParaRPr>
          </a:p>
          <a:p>
            <a:endParaRPr lang="en-US">
              <a:solidFill>
                <a:srgbClr val="444444"/>
              </a:solidFill>
            </a:endParaRPr>
          </a:p>
          <a:p>
            <a:r>
              <a:rPr lang="en-US"/>
              <a:t>How our gap differs from existing solo-focused tools</a:t>
            </a:r>
            <a:endParaRPr lang="en-US">
              <a:solidFill>
                <a:srgbClr val="444444"/>
              </a:solidFill>
            </a:endParaRPr>
          </a:p>
          <a:p>
            <a:pPr marL="171450" indent="-171450">
              <a:buFont typeface="Arial"/>
              <a:buChar char="•"/>
            </a:pPr>
            <a:r>
              <a:rPr lang="en-US"/>
              <a:t>Several existing time capsule apps already exist as mentioned before, but most appear for individual use. </a:t>
            </a:r>
            <a:endParaRPr lang="en-US">
              <a:solidFill>
                <a:srgbClr val="444444"/>
              </a:solidFill>
            </a:endParaRPr>
          </a:p>
          <a:p>
            <a:pPr marL="171450" indent="-171450">
              <a:buFont typeface="Arial"/>
              <a:buChar char="•"/>
            </a:pPr>
            <a:r>
              <a:rPr lang="en-US"/>
              <a:t>Research and understand why no one has built a group version yet.</a:t>
            </a:r>
            <a:endParaRPr lang="en-US">
              <a:solidFill>
                <a:srgbClr val="444444"/>
              </a:solidFill>
            </a:endParaRPr>
          </a:p>
          <a:p>
            <a:endParaRPr lang="en-US">
              <a:solidFill>
                <a:srgbClr val="444444"/>
              </a:solidFill>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B885969-CFC0-4C2A-95F3-9D3262A54653}" type="slidenum">
              <a:rPr lang="en-US"/>
              <a:t>6</a:t>
            </a:fld>
            <a:endParaRPr lang="en-US"/>
          </a:p>
        </p:txBody>
      </p:sp>
    </p:spTree>
    <p:extLst>
      <p:ext uri="{BB962C8B-B14F-4D97-AF65-F5344CB8AC3E}">
        <p14:creationId xmlns:p14="http://schemas.microsoft.com/office/powerpoint/2010/main" val="1884856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1259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7746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8/24/2026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
              </a:t>
            </a:r>
          </a:p>
        </p:txBody>
      </p:sp>
    </p:spTree>
    <p:extLst>
      <p:ext uri="{BB962C8B-B14F-4D97-AF65-F5344CB8AC3E}">
        <p14:creationId xmlns:p14="http://schemas.microsoft.com/office/powerpoint/2010/main" val="258479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98976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8/24/2026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889416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88425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56035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43509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0287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45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500707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785814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23152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435021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678915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66104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0509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42923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85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247344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8/24/2026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306703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8/24/2026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0778253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8/24/2026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129712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8/24/2026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33230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8/24/2026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777873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99913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150350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C755-ECAA-D136-6E16-17138E659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C853B7F-0A42-E123-8760-202E69A256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1C23A76-AB55-BA92-E174-BB1F69A28270}"/>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EE716325-B65E-FB63-3E6C-F98999D0402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C417A1A-073B-272F-45C1-9E0013197442}"/>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10503896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11E9-8CCD-5DD8-B5EC-36FE3FC6A76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D7A963F-2E63-F6C8-8704-082B504ECC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40D21AD-008C-2B50-3BD8-509225C149B4}"/>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421E6FA9-B5D4-26C4-B180-5078C7C44D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3DEB197-68E4-26AB-E2D5-E487559DF365}"/>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689412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728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8/24/2026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33020587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customXml" Target="../ink/ink5.xml"/><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customXml" Target="../ink/ink2.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0.png"/><Relationship Id="rId14"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4.png"/><Relationship Id="rId7" Type="http://schemas.openxmlformats.org/officeDocument/2006/relationships/image" Target="../media/image16.png"/><Relationship Id="rId12"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microsoft.com/office/2007/relationships/hdphoto" Target="../media/hdphoto2.wdp"/><Relationship Id="rId11" Type="http://schemas.openxmlformats.org/officeDocument/2006/relationships/image" Target="../media/image18.svg"/><Relationship Id="rId5" Type="http://schemas.openxmlformats.org/officeDocument/2006/relationships/image" Target="../media/image1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customXml" Target="../ink/ink9.xml"/><Relationship Id="rId3" Type="http://schemas.openxmlformats.org/officeDocument/2006/relationships/image" Target="../media/image20.jpeg"/><Relationship Id="rId7" Type="http://schemas.openxmlformats.org/officeDocument/2006/relationships/customXml" Target="../ink/ink6.xml"/><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9.xml"/><Relationship Id="rId6" Type="http://schemas.openxmlformats.org/officeDocument/2006/relationships/image" Target="../media/image23.jpeg"/><Relationship Id="rId11" Type="http://schemas.openxmlformats.org/officeDocument/2006/relationships/customXml" Target="../ink/ink8.xml"/><Relationship Id="rId5" Type="http://schemas.openxmlformats.org/officeDocument/2006/relationships/image" Target="../media/image22.jpeg"/><Relationship Id="rId10" Type="http://schemas.openxmlformats.org/officeDocument/2006/relationships/image" Target="../media/image25.png"/><Relationship Id="rId4" Type="http://schemas.openxmlformats.org/officeDocument/2006/relationships/image" Target="../media/image21.jpeg"/><Relationship Id="rId9" Type="http://schemas.openxmlformats.org/officeDocument/2006/relationships/customXml" Target="../ink/ink7.xml"/><Relationship Id="rId14" Type="http://schemas.openxmlformats.org/officeDocument/2006/relationships/image" Target="../media/image2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C8FAB89-BDB2-5DD6-4054-6301BA084982}"/>
              </a:ext>
            </a:extLst>
          </p:cNvPr>
          <p:cNvSpPr/>
          <p:nvPr/>
        </p:nvSpPr>
        <p:spPr>
          <a:xfrm>
            <a:off x="261256" y="261257"/>
            <a:ext cx="11757740" cy="637917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7233CE-08B6-7039-1406-43E434FA8F28}"/>
              </a:ext>
            </a:extLst>
          </p:cNvPr>
          <p:cNvSpPr>
            <a:spLocks noGrp="1"/>
          </p:cNvSpPr>
          <p:nvPr>
            <p:ph type="ctrTitle"/>
          </p:nvPr>
        </p:nvSpPr>
        <p:spPr>
          <a:xfrm>
            <a:off x="1646345" y="2551218"/>
            <a:ext cx="8903637" cy="1761451"/>
          </a:xfrm>
        </p:spPr>
        <p:txBody>
          <a:bodyPr vert="horz" lIns="91440" tIns="45720" rIns="91440" bIns="45720" rtlCol="0" anchor="b">
            <a:noAutofit/>
          </a:bodyPr>
          <a:lstStyle/>
          <a:p>
            <a:r>
              <a:rPr lang="en-AU" sz="3600" b="1" cap="none">
                <a:solidFill>
                  <a:schemeClr val="tx1"/>
                </a:solidFill>
                <a:latin typeface="Georgia"/>
                <a:ea typeface="Calibri"/>
                <a:cs typeface="Calibri"/>
              </a:rPr>
              <a:t>Supporting Social </a:t>
            </a:r>
            <a:r>
              <a:rPr lang="en-AU" sz="3600" b="1" cap="none">
                <a:solidFill>
                  <a:schemeClr val="tx1"/>
                </a:solidFill>
                <a:latin typeface="Georgia"/>
              </a:rPr>
              <a:t>Relationships</a:t>
            </a:r>
            <a:r>
              <a:rPr lang="en-AU" sz="3600" b="1" cap="none">
                <a:solidFill>
                  <a:schemeClr val="tx1"/>
                </a:solidFill>
                <a:latin typeface="Georgia"/>
                <a:ea typeface="Calibri"/>
                <a:cs typeface="Calibri"/>
              </a:rPr>
              <a:t> Through Nostalgia And Reminiscence</a:t>
            </a:r>
            <a:endParaRPr lang="en-US" sz="3600" b="1">
              <a:solidFill>
                <a:schemeClr val="tx1"/>
              </a:solidFill>
              <a:latin typeface="Georgia"/>
            </a:endParaRPr>
          </a:p>
        </p:txBody>
      </p:sp>
      <p:sp>
        <p:nvSpPr>
          <p:cNvPr id="7" name="Subtitle 6">
            <a:extLst>
              <a:ext uri="{FF2B5EF4-FFF2-40B4-BE49-F238E27FC236}">
                <a16:creationId xmlns:a16="http://schemas.microsoft.com/office/drawing/2014/main" id="{94440068-7C20-94CF-A5BA-D3A87FFC4B33}"/>
              </a:ext>
            </a:extLst>
          </p:cNvPr>
          <p:cNvSpPr>
            <a:spLocks noGrp="1"/>
          </p:cNvSpPr>
          <p:nvPr>
            <p:ph type="subTitle" idx="1"/>
          </p:nvPr>
        </p:nvSpPr>
        <p:spPr>
          <a:xfrm>
            <a:off x="4383241" y="5075928"/>
            <a:ext cx="3410374" cy="679360"/>
          </a:xfrm>
        </p:spPr>
        <p:txBody>
          <a:bodyPr vert="horz" lIns="91440" tIns="45720" rIns="91440" bIns="45720" rtlCol="0" anchor="t">
            <a:normAutofit/>
          </a:bodyPr>
          <a:lstStyle/>
          <a:p>
            <a:r>
              <a:rPr lang="en-US" sz="2000">
                <a:latin typeface="Georgia"/>
              </a:rPr>
              <a:t>Team 12 - NO_PARKING!</a:t>
            </a:r>
            <a:r>
              <a:rPr lang="en-US"/>
              <a:t>   </a:t>
            </a:r>
          </a:p>
        </p:txBody>
      </p:sp>
      <p:sp>
        <p:nvSpPr>
          <p:cNvPr id="5" name="Title 1">
            <a:extLst>
              <a:ext uri="{FF2B5EF4-FFF2-40B4-BE49-F238E27FC236}">
                <a16:creationId xmlns:a16="http://schemas.microsoft.com/office/drawing/2014/main" id="{E7ABDB73-4778-2DA8-77B6-7CABB5434089}"/>
              </a:ext>
            </a:extLst>
          </p:cNvPr>
          <p:cNvSpPr txBox="1">
            <a:spLocks/>
          </p:cNvSpPr>
          <p:nvPr/>
        </p:nvSpPr>
        <p:spPr>
          <a:xfrm>
            <a:off x="2601220" y="1292335"/>
            <a:ext cx="6994770" cy="1019909"/>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1800">
                <a:solidFill>
                  <a:schemeClr val="accent1"/>
                </a:solidFill>
                <a:latin typeface="helvetica"/>
                <a:ea typeface="Calibri"/>
                <a:cs typeface="helvetica"/>
              </a:rPr>
              <a:t>SOCIAL AND MOBILE COMPUTING: DECO3500</a:t>
            </a:r>
            <a:endParaRPr lang="en-US">
              <a:solidFill>
                <a:schemeClr val="accent1"/>
              </a:solidFill>
            </a:endParaRPr>
          </a:p>
        </p:txBody>
      </p:sp>
      <p:pic>
        <p:nvPicPr>
          <p:cNvPr id="3" name="Picture 2" descr="240+ No Parking Cones Stock Photos, Pictures &amp; Royalty-Free Images - iStock">
            <a:extLst>
              <a:ext uri="{FF2B5EF4-FFF2-40B4-BE49-F238E27FC236}">
                <a16:creationId xmlns:a16="http://schemas.microsoft.com/office/drawing/2014/main" id="{47C0D319-2D08-E129-7902-CEE6FB7805D5}"/>
              </a:ext>
            </a:extLst>
          </p:cNvPr>
          <p:cNvPicPr>
            <a:picLocks noChangeAspect="1"/>
          </p:cNvPicPr>
          <p:nvPr/>
        </p:nvPicPr>
        <p:blipFill>
          <a:blip r:embed="rId3"/>
          <a:stretch>
            <a:fillRect/>
          </a:stretch>
        </p:blipFill>
        <p:spPr>
          <a:xfrm>
            <a:off x="7435523" y="5157208"/>
            <a:ext cx="319943" cy="452205"/>
          </a:xfrm>
          <a:prstGeom prst="rect">
            <a:avLst/>
          </a:prstGeom>
        </p:spPr>
      </p:pic>
    </p:spTree>
    <p:extLst>
      <p:ext uri="{BB962C8B-B14F-4D97-AF65-F5344CB8AC3E}">
        <p14:creationId xmlns:p14="http://schemas.microsoft.com/office/powerpoint/2010/main" val="3291430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6A8E-53C6-8FF0-9BBF-510B7309F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9D6A2-B84E-8716-64DD-2EF3EFAB9583}"/>
              </a:ext>
            </a:extLst>
          </p:cNvPr>
          <p:cNvSpPr>
            <a:spLocks noGrp="1"/>
          </p:cNvSpPr>
          <p:nvPr>
            <p:ph type="title"/>
          </p:nvPr>
        </p:nvSpPr>
        <p:spPr>
          <a:xfrm>
            <a:off x="474820" y="455290"/>
            <a:ext cx="2960237" cy="853012"/>
          </a:xfrm>
        </p:spPr>
        <p:txBody>
          <a:bodyPr>
            <a:normAutofit/>
          </a:bodyPr>
          <a:lstStyle/>
          <a:p>
            <a:r>
              <a:rPr lang="en-AU" sz="3200" b="1" cap="none">
                <a:solidFill>
                  <a:schemeClr val="tx1"/>
                </a:solidFill>
                <a:latin typeface="Georgia"/>
              </a:rPr>
              <a:t>Who are we </a:t>
            </a:r>
          </a:p>
        </p:txBody>
      </p:sp>
      <p:grpSp>
        <p:nvGrpSpPr>
          <p:cNvPr id="40" name="Group 39">
            <a:extLst>
              <a:ext uri="{FF2B5EF4-FFF2-40B4-BE49-F238E27FC236}">
                <a16:creationId xmlns:a16="http://schemas.microsoft.com/office/drawing/2014/main" id="{6210A443-CAF7-2913-4D86-A3F37BED222A}"/>
              </a:ext>
            </a:extLst>
          </p:cNvPr>
          <p:cNvGrpSpPr/>
          <p:nvPr/>
        </p:nvGrpSpPr>
        <p:grpSpPr>
          <a:xfrm>
            <a:off x="7013576" y="1515618"/>
            <a:ext cx="5020236" cy="3831381"/>
            <a:chOff x="6898912" y="1101961"/>
            <a:chExt cx="4998699" cy="3945681"/>
          </a:xfrm>
        </p:grpSpPr>
        <p:sp>
          <p:nvSpPr>
            <p:cNvPr id="12" name="TextBox 11">
              <a:extLst>
                <a:ext uri="{FF2B5EF4-FFF2-40B4-BE49-F238E27FC236}">
                  <a16:creationId xmlns:a16="http://schemas.microsoft.com/office/drawing/2014/main" id="{EACBFA5E-DFD4-C199-90ED-08DAC61ACB7B}"/>
                </a:ext>
              </a:extLst>
            </p:cNvPr>
            <p:cNvSpPr txBox="1"/>
            <p:nvPr/>
          </p:nvSpPr>
          <p:spPr>
            <a:xfrm>
              <a:off x="8131162" y="1525228"/>
              <a:ext cx="737059" cy="472483"/>
            </a:xfrm>
            <a:custGeom>
              <a:avLst/>
              <a:gdLst>
                <a:gd name="csX0" fmla="*/ 0 w 737059"/>
                <a:gd name="csY0" fmla="*/ 0 h 472483"/>
                <a:gd name="csX1" fmla="*/ 383271 w 737059"/>
                <a:gd name="csY1" fmla="*/ 0 h 472483"/>
                <a:gd name="csX2" fmla="*/ 737059 w 737059"/>
                <a:gd name="csY2" fmla="*/ 0 h 472483"/>
                <a:gd name="csX3" fmla="*/ 737059 w 737059"/>
                <a:gd name="csY3" fmla="*/ 472483 h 472483"/>
                <a:gd name="csX4" fmla="*/ 383271 w 737059"/>
                <a:gd name="csY4" fmla="*/ 472483 h 472483"/>
                <a:gd name="csX5" fmla="*/ 0 w 737059"/>
                <a:gd name="csY5" fmla="*/ 472483 h 472483"/>
                <a:gd name="csX6" fmla="*/ 0 w 737059"/>
                <a:gd name="csY6" fmla="*/ 0 h 4724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37059" h="472483" fill="none" extrusionOk="0">
                  <a:moveTo>
                    <a:pt x="0" y="0"/>
                  </a:moveTo>
                  <a:cubicBezTo>
                    <a:pt x="136663" y="-35094"/>
                    <a:pt x="291888" y="24669"/>
                    <a:pt x="383271" y="0"/>
                  </a:cubicBezTo>
                  <a:cubicBezTo>
                    <a:pt x="474654" y="-24669"/>
                    <a:pt x="663670" y="42027"/>
                    <a:pt x="737059" y="0"/>
                  </a:cubicBezTo>
                  <a:cubicBezTo>
                    <a:pt x="741213" y="151522"/>
                    <a:pt x="702026" y="326960"/>
                    <a:pt x="737059" y="472483"/>
                  </a:cubicBezTo>
                  <a:cubicBezTo>
                    <a:pt x="621961" y="509641"/>
                    <a:pt x="523064" y="442443"/>
                    <a:pt x="383271" y="472483"/>
                  </a:cubicBezTo>
                  <a:cubicBezTo>
                    <a:pt x="243478" y="502523"/>
                    <a:pt x="107075" y="460264"/>
                    <a:pt x="0" y="472483"/>
                  </a:cubicBezTo>
                  <a:cubicBezTo>
                    <a:pt x="-26349" y="369152"/>
                    <a:pt x="13139" y="165275"/>
                    <a:pt x="0" y="0"/>
                  </a:cubicBezTo>
                  <a:close/>
                </a:path>
                <a:path w="737059" h="472483" stroke="0" extrusionOk="0">
                  <a:moveTo>
                    <a:pt x="0" y="0"/>
                  </a:moveTo>
                  <a:cubicBezTo>
                    <a:pt x="109745" y="-808"/>
                    <a:pt x="233975" y="22386"/>
                    <a:pt x="383271" y="0"/>
                  </a:cubicBezTo>
                  <a:cubicBezTo>
                    <a:pt x="532567" y="-22386"/>
                    <a:pt x="651629" y="37638"/>
                    <a:pt x="737059" y="0"/>
                  </a:cubicBezTo>
                  <a:cubicBezTo>
                    <a:pt x="761289" y="233470"/>
                    <a:pt x="709777" y="374318"/>
                    <a:pt x="737059" y="472483"/>
                  </a:cubicBezTo>
                  <a:cubicBezTo>
                    <a:pt x="580615" y="512054"/>
                    <a:pt x="512502" y="439803"/>
                    <a:pt x="375900" y="472483"/>
                  </a:cubicBezTo>
                  <a:cubicBezTo>
                    <a:pt x="239298" y="505163"/>
                    <a:pt x="172404" y="461614"/>
                    <a:pt x="0" y="472483"/>
                  </a:cubicBezTo>
                  <a:cubicBezTo>
                    <a:pt x="-33051" y="367338"/>
                    <a:pt x="21090" y="166712"/>
                    <a:pt x="0" y="0"/>
                  </a:cubicBezTo>
                  <a:close/>
                </a:path>
              </a:pathLst>
            </a:custGeom>
            <a:solidFill>
              <a:schemeClr val="bg1"/>
            </a:solidFill>
            <a:ln>
              <a:noFill/>
              <a:extLst>
                <a:ext uri="{C807C97D-BFC1-408E-A445-0C87EB9F89A2}">
                  <ask:lineSketchStyleProps xmlns:ask="http://schemas.microsoft.com/office/drawing/2018/sketchyshapes" sd="3736306631">
                    <a:prstGeom prst="rect">
                      <a:avLst/>
                    </a:prstGeom>
                    <ask:type>
                      <ask:lineSketchScribbl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Vim</a:t>
              </a:r>
              <a:endParaRPr lang="en-US"/>
            </a:p>
          </p:txBody>
        </p:sp>
        <p:sp>
          <p:nvSpPr>
            <p:cNvPr id="14" name="TextBox 13">
              <a:extLst>
                <a:ext uri="{FF2B5EF4-FFF2-40B4-BE49-F238E27FC236}">
                  <a16:creationId xmlns:a16="http://schemas.microsoft.com/office/drawing/2014/main" id="{4B568AEF-83A8-C31F-00B7-2E2E8ECC9B1E}"/>
                </a:ext>
              </a:extLst>
            </p:cNvPr>
            <p:cNvSpPr txBox="1"/>
            <p:nvPr/>
          </p:nvSpPr>
          <p:spPr>
            <a:xfrm>
              <a:off x="9052796" y="1101961"/>
              <a:ext cx="737060" cy="47248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Dev</a:t>
              </a:r>
              <a:endParaRPr lang="en-US"/>
            </a:p>
          </p:txBody>
        </p:sp>
        <p:sp>
          <p:nvSpPr>
            <p:cNvPr id="16" name="TextBox 15">
              <a:extLst>
                <a:ext uri="{FF2B5EF4-FFF2-40B4-BE49-F238E27FC236}">
                  <a16:creationId xmlns:a16="http://schemas.microsoft.com/office/drawing/2014/main" id="{AF41C1CB-1E48-DE44-4794-E9793B2A0BFD}"/>
                </a:ext>
              </a:extLst>
            </p:cNvPr>
            <p:cNvSpPr txBox="1"/>
            <p:nvPr/>
          </p:nvSpPr>
          <p:spPr>
            <a:xfrm>
              <a:off x="10734175" y="1927315"/>
              <a:ext cx="1163436"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Shirish</a:t>
              </a:r>
              <a:endParaRPr lang="en-US"/>
            </a:p>
          </p:txBody>
        </p:sp>
        <p:sp>
          <p:nvSpPr>
            <p:cNvPr id="18" name="TextBox 17">
              <a:extLst>
                <a:ext uri="{FF2B5EF4-FFF2-40B4-BE49-F238E27FC236}">
                  <a16:creationId xmlns:a16="http://schemas.microsoft.com/office/drawing/2014/main" id="{F54E1404-84BE-5014-D154-51D331DB59C9}"/>
                </a:ext>
              </a:extLst>
            </p:cNvPr>
            <p:cNvSpPr txBox="1"/>
            <p:nvPr/>
          </p:nvSpPr>
          <p:spPr>
            <a:xfrm>
              <a:off x="7035073" y="1209832"/>
              <a:ext cx="9734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Dong</a:t>
              </a:r>
              <a:endParaRPr lang="en-US"/>
            </a:p>
          </p:txBody>
        </p:sp>
        <p:sp>
          <p:nvSpPr>
            <p:cNvPr id="20" name="TextBox 19">
              <a:extLst>
                <a:ext uri="{FF2B5EF4-FFF2-40B4-BE49-F238E27FC236}">
                  <a16:creationId xmlns:a16="http://schemas.microsoft.com/office/drawing/2014/main" id="{EC600E1E-A005-3C06-D39E-D6CFF86C716A}"/>
                </a:ext>
              </a:extLst>
            </p:cNvPr>
            <p:cNvSpPr txBox="1"/>
            <p:nvPr/>
          </p:nvSpPr>
          <p:spPr>
            <a:xfrm>
              <a:off x="9671228" y="1341725"/>
              <a:ext cx="1538319"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Dattatray</a:t>
              </a:r>
              <a:endParaRPr lang="en-US"/>
            </a:p>
          </p:txBody>
        </p:sp>
        <p:pic>
          <p:nvPicPr>
            <p:cNvPr id="3" name="Picture 2" descr="Five Boys Clip Art Image - ClipSafari">
              <a:extLst>
                <a:ext uri="{FF2B5EF4-FFF2-40B4-BE49-F238E27FC236}">
                  <a16:creationId xmlns:a16="http://schemas.microsoft.com/office/drawing/2014/main" id="{ADD5D4AD-7B31-0F8A-1651-5E69C42692D1}"/>
                </a:ext>
              </a:extLst>
            </p:cNvPr>
            <p:cNvPicPr>
              <a:picLocks noChangeAspect="1"/>
            </p:cNvPicPr>
            <p:nvPr/>
          </p:nvPicPr>
          <p:blipFill>
            <a:blip r:embed="rId3"/>
            <a:stretch>
              <a:fillRect/>
            </a:stretch>
          </p:blipFill>
          <p:spPr>
            <a:xfrm>
              <a:off x="6898912" y="1609812"/>
              <a:ext cx="4819523" cy="3437830"/>
            </a:xfrm>
            <a:prstGeom prst="rect">
              <a:avLst/>
            </a:prstGeom>
          </p:spPr>
        </p:pic>
        <p:grpSp>
          <p:nvGrpSpPr>
            <p:cNvPr id="25" name="Group 24">
              <a:extLst>
                <a:ext uri="{FF2B5EF4-FFF2-40B4-BE49-F238E27FC236}">
                  <a16:creationId xmlns:a16="http://schemas.microsoft.com/office/drawing/2014/main" id="{DED887E5-8FA7-F817-274E-63C20509A213}"/>
                </a:ext>
              </a:extLst>
            </p:cNvPr>
            <p:cNvGrpSpPr/>
            <p:nvPr/>
          </p:nvGrpSpPr>
          <p:grpSpPr>
            <a:xfrm>
              <a:off x="9168569" y="1823173"/>
              <a:ext cx="487049" cy="163490"/>
              <a:chOff x="7132941" y="1001301"/>
              <a:chExt cx="1581063" cy="533604"/>
            </a:xfrm>
          </p:grpSpPr>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CD5D4B40-FFB8-3409-D293-707C8DC18BEA}"/>
                      </a:ext>
                    </a:extLst>
                  </p14:cNvPr>
                  <p14:cNvContentPartPr/>
                  <p14:nvPr/>
                </p14:nvContentPartPr>
                <p14:xfrm>
                  <a:off x="7420565" y="1001301"/>
                  <a:ext cx="486467" cy="519397"/>
                </p14:xfrm>
              </p:contentPart>
            </mc:Choice>
            <mc:Fallback>
              <p:pic>
                <p:nvPicPr>
                  <p:cNvPr id="15" name="Ink 14">
                    <a:extLst>
                      <a:ext uri="{FF2B5EF4-FFF2-40B4-BE49-F238E27FC236}">
                        <a16:creationId xmlns:a16="http://schemas.microsoft.com/office/drawing/2014/main" id="{CD5D4B40-FFB8-3409-D293-707C8DC18BEA}"/>
                      </a:ext>
                    </a:extLst>
                  </p:cNvPr>
                  <p:cNvPicPr/>
                  <p:nvPr/>
                </p:nvPicPr>
                <p:blipFill>
                  <a:blip r:embed="rId5"/>
                  <a:stretch>
                    <a:fillRect/>
                  </a:stretch>
                </p:blipFill>
                <p:spPr>
                  <a:xfrm>
                    <a:off x="7362514" y="940906"/>
                    <a:ext cx="601408" cy="638979"/>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A28D0CC6-D0A8-9DAA-8C76-8DE78C8D03EE}"/>
                      </a:ext>
                    </a:extLst>
                  </p14:cNvPr>
                  <p14:cNvContentPartPr/>
                  <p14:nvPr/>
                </p14:nvContentPartPr>
                <p14:xfrm>
                  <a:off x="7906558" y="1215117"/>
                  <a:ext cx="74182" cy="10885"/>
                </p14:xfrm>
              </p:contentPart>
            </mc:Choice>
            <mc:Fallback>
              <p:pic>
                <p:nvPicPr>
                  <p:cNvPr id="17" name="Ink 16">
                    <a:extLst>
                      <a:ext uri="{FF2B5EF4-FFF2-40B4-BE49-F238E27FC236}">
                        <a16:creationId xmlns:a16="http://schemas.microsoft.com/office/drawing/2014/main" id="{A28D0CC6-D0A8-9DAA-8C76-8DE78C8D03EE}"/>
                      </a:ext>
                    </a:extLst>
                  </p:cNvPr>
                  <p:cNvPicPr/>
                  <p:nvPr/>
                </p:nvPicPr>
                <p:blipFill>
                  <a:blip r:embed="rId7"/>
                  <a:stretch>
                    <a:fillRect/>
                  </a:stretch>
                </p:blipFill>
                <p:spPr>
                  <a:xfrm>
                    <a:off x="7849495" y="942992"/>
                    <a:ext cx="187167" cy="549693"/>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9" name="Ink 18">
                    <a:extLst>
                      <a:ext uri="{FF2B5EF4-FFF2-40B4-BE49-F238E27FC236}">
                        <a16:creationId xmlns:a16="http://schemas.microsoft.com/office/drawing/2014/main" id="{6AE2DADF-51FD-EE52-0C0C-53453BC2C8D5}"/>
                      </a:ext>
                    </a:extLst>
                  </p14:cNvPr>
                  <p14:cNvContentPartPr/>
                  <p14:nvPr/>
                </p14:nvContentPartPr>
                <p14:xfrm>
                  <a:off x="7953527" y="1020897"/>
                  <a:ext cx="525005" cy="514008"/>
                </p14:xfrm>
              </p:contentPart>
            </mc:Choice>
            <mc:Fallback>
              <p:pic>
                <p:nvPicPr>
                  <p:cNvPr id="19" name="Ink 18">
                    <a:extLst>
                      <a:ext uri="{FF2B5EF4-FFF2-40B4-BE49-F238E27FC236}">
                        <a16:creationId xmlns:a16="http://schemas.microsoft.com/office/drawing/2014/main" id="{6AE2DADF-51FD-EE52-0C0C-53453BC2C8D5}"/>
                      </a:ext>
                    </a:extLst>
                  </p:cNvPr>
                  <p:cNvPicPr/>
                  <p:nvPr/>
                </p:nvPicPr>
                <p:blipFill>
                  <a:blip r:embed="rId9"/>
                  <a:stretch>
                    <a:fillRect/>
                  </a:stretch>
                </p:blipFill>
                <p:spPr>
                  <a:xfrm>
                    <a:off x="7895451" y="960567"/>
                    <a:ext cx="639995" cy="633461"/>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1" name="Ink 20">
                    <a:extLst>
                      <a:ext uri="{FF2B5EF4-FFF2-40B4-BE49-F238E27FC236}">
                        <a16:creationId xmlns:a16="http://schemas.microsoft.com/office/drawing/2014/main" id="{C6E5080D-2981-7410-CCFF-4FADCE549DCC}"/>
                      </a:ext>
                    </a:extLst>
                  </p14:cNvPr>
                  <p14:cNvContentPartPr/>
                  <p14:nvPr/>
                </p14:nvContentPartPr>
                <p14:xfrm>
                  <a:off x="8453140" y="1114924"/>
                  <a:ext cx="260864" cy="110866"/>
                </p14:xfrm>
              </p:contentPart>
            </mc:Choice>
            <mc:Fallback>
              <p:pic>
                <p:nvPicPr>
                  <p:cNvPr id="21" name="Ink 20">
                    <a:extLst>
                      <a:ext uri="{FF2B5EF4-FFF2-40B4-BE49-F238E27FC236}">
                        <a16:creationId xmlns:a16="http://schemas.microsoft.com/office/drawing/2014/main" id="{C6E5080D-2981-7410-CCFF-4FADCE549DCC}"/>
                      </a:ext>
                    </a:extLst>
                  </p:cNvPr>
                  <p:cNvPicPr/>
                  <p:nvPr/>
                </p:nvPicPr>
                <p:blipFill>
                  <a:blip r:embed="rId11"/>
                  <a:stretch>
                    <a:fillRect/>
                  </a:stretch>
                </p:blipFill>
                <p:spPr>
                  <a:xfrm>
                    <a:off x="8395170" y="1055319"/>
                    <a:ext cx="375644" cy="228885"/>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3" name="Ink 22">
                    <a:extLst>
                      <a:ext uri="{FF2B5EF4-FFF2-40B4-BE49-F238E27FC236}">
                        <a16:creationId xmlns:a16="http://schemas.microsoft.com/office/drawing/2014/main" id="{D8D11F3C-26AD-CFC1-8684-CE2D6C002DE7}"/>
                      </a:ext>
                    </a:extLst>
                  </p14:cNvPr>
                  <p14:cNvContentPartPr/>
                  <p14:nvPr/>
                </p14:nvContentPartPr>
                <p14:xfrm>
                  <a:off x="7132941" y="1057312"/>
                  <a:ext cx="274574" cy="105715"/>
                </p14:xfrm>
              </p:contentPart>
            </mc:Choice>
            <mc:Fallback>
              <p:pic>
                <p:nvPicPr>
                  <p:cNvPr id="23" name="Ink 22">
                    <a:extLst>
                      <a:ext uri="{FF2B5EF4-FFF2-40B4-BE49-F238E27FC236}">
                        <a16:creationId xmlns:a16="http://schemas.microsoft.com/office/drawing/2014/main" id="{D8D11F3C-26AD-CFC1-8684-CE2D6C002DE7}"/>
                      </a:ext>
                    </a:extLst>
                  </p:cNvPr>
                  <p:cNvPicPr/>
                  <p:nvPr/>
                </p:nvPicPr>
                <p:blipFill>
                  <a:blip r:embed="rId13"/>
                  <a:stretch>
                    <a:fillRect/>
                  </a:stretch>
                </p:blipFill>
                <p:spPr>
                  <a:xfrm>
                    <a:off x="7075014" y="997247"/>
                    <a:ext cx="389269" cy="224644"/>
                  </a:xfrm>
                  <a:prstGeom prst="rect">
                    <a:avLst/>
                  </a:prstGeom>
                </p:spPr>
              </p:pic>
            </mc:Fallback>
          </mc:AlternateContent>
        </p:grpSp>
        <p:pic>
          <p:nvPicPr>
            <p:cNvPr id="27" name="Graphic 26">
              <a:extLst>
                <a:ext uri="{FF2B5EF4-FFF2-40B4-BE49-F238E27FC236}">
                  <a16:creationId xmlns:a16="http://schemas.microsoft.com/office/drawing/2014/main" id="{44A91F6E-1251-A1A0-B765-A9D7BEB2781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239000" y="1524000"/>
              <a:ext cx="767443" cy="762000"/>
            </a:xfrm>
            <a:prstGeom prst="rect">
              <a:avLst/>
            </a:prstGeom>
          </p:spPr>
        </p:pic>
      </p:grpSp>
      <p:sp>
        <p:nvSpPr>
          <p:cNvPr id="29" name="Rounded Rectangle 47">
            <a:extLst>
              <a:ext uri="{FF2B5EF4-FFF2-40B4-BE49-F238E27FC236}">
                <a16:creationId xmlns:a16="http://schemas.microsoft.com/office/drawing/2014/main" id="{0527C9ED-93E9-EEC9-7D3E-DCC4429C497E}"/>
              </a:ext>
            </a:extLst>
          </p:cNvPr>
          <p:cNvSpPr/>
          <p:nvPr/>
        </p:nvSpPr>
        <p:spPr>
          <a:xfrm>
            <a:off x="475809" y="2129657"/>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Researchers</a:t>
            </a:r>
            <a:endParaRPr lang="en-US" sz="2000">
              <a:solidFill>
                <a:srgbClr val="000000"/>
              </a:solidFill>
            </a:endParaRPr>
          </a:p>
        </p:txBody>
      </p:sp>
      <p:sp>
        <p:nvSpPr>
          <p:cNvPr id="32" name="Rounded Rectangle 47">
            <a:extLst>
              <a:ext uri="{FF2B5EF4-FFF2-40B4-BE49-F238E27FC236}">
                <a16:creationId xmlns:a16="http://schemas.microsoft.com/office/drawing/2014/main" id="{D5D26A9B-2C7E-695F-25C0-291BC6E85BF4}"/>
              </a:ext>
            </a:extLst>
          </p:cNvPr>
          <p:cNvSpPr/>
          <p:nvPr/>
        </p:nvSpPr>
        <p:spPr>
          <a:xfrm>
            <a:off x="475808" y="2973300"/>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Cross-disciplinary</a:t>
            </a:r>
            <a:endParaRPr lang="en-US" sz="2000">
              <a:solidFill>
                <a:srgbClr val="000000"/>
              </a:solidFill>
            </a:endParaRPr>
          </a:p>
        </p:txBody>
      </p:sp>
      <p:sp>
        <p:nvSpPr>
          <p:cNvPr id="33" name="Rounded Rectangle 47">
            <a:extLst>
              <a:ext uri="{FF2B5EF4-FFF2-40B4-BE49-F238E27FC236}">
                <a16:creationId xmlns:a16="http://schemas.microsoft.com/office/drawing/2014/main" id="{E1A12367-D04B-5589-5955-0650D95AD1CF}"/>
              </a:ext>
            </a:extLst>
          </p:cNvPr>
          <p:cNvSpPr/>
          <p:nvPr/>
        </p:nvSpPr>
        <p:spPr>
          <a:xfrm>
            <a:off x="4900850" y="2973300"/>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Collaborative</a:t>
            </a:r>
            <a:endParaRPr lang="en-US"/>
          </a:p>
        </p:txBody>
      </p:sp>
      <p:sp>
        <p:nvSpPr>
          <p:cNvPr id="34" name="Rounded Rectangle 47">
            <a:extLst>
              <a:ext uri="{FF2B5EF4-FFF2-40B4-BE49-F238E27FC236}">
                <a16:creationId xmlns:a16="http://schemas.microsoft.com/office/drawing/2014/main" id="{EDAE75C6-1FF1-1E07-0AFB-A58775825B87}"/>
              </a:ext>
            </a:extLst>
          </p:cNvPr>
          <p:cNvSpPr/>
          <p:nvPr/>
        </p:nvSpPr>
        <p:spPr>
          <a:xfrm>
            <a:off x="1651465" y="3800614"/>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Researchers</a:t>
            </a:r>
            <a:endParaRPr lang="en-US" sz="2000">
              <a:solidFill>
                <a:srgbClr val="000000"/>
              </a:solidFill>
            </a:endParaRPr>
          </a:p>
        </p:txBody>
      </p:sp>
      <p:sp>
        <p:nvSpPr>
          <p:cNvPr id="35" name="Rounded Rectangle 47">
            <a:extLst>
              <a:ext uri="{FF2B5EF4-FFF2-40B4-BE49-F238E27FC236}">
                <a16:creationId xmlns:a16="http://schemas.microsoft.com/office/drawing/2014/main" id="{C2F213C5-F63A-095E-68FF-2238B9FAF00B}"/>
              </a:ext>
            </a:extLst>
          </p:cNvPr>
          <p:cNvSpPr/>
          <p:nvPr/>
        </p:nvSpPr>
        <p:spPr>
          <a:xfrm>
            <a:off x="2712822" y="2973300"/>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Design</a:t>
            </a:r>
            <a:r>
              <a:rPr lang="en-US" sz="2400"/>
              <a:t> </a:t>
            </a:r>
            <a:r>
              <a:rPr lang="en-US" sz="2000"/>
              <a:t>Enthusiasts</a:t>
            </a:r>
            <a:endParaRPr lang="en-US" sz="2000">
              <a:solidFill>
                <a:srgbClr val="000000"/>
              </a:solidFill>
            </a:endParaRPr>
          </a:p>
        </p:txBody>
      </p:sp>
      <p:sp>
        <p:nvSpPr>
          <p:cNvPr id="36" name="Rounded Rectangle 47">
            <a:extLst>
              <a:ext uri="{FF2B5EF4-FFF2-40B4-BE49-F238E27FC236}">
                <a16:creationId xmlns:a16="http://schemas.microsoft.com/office/drawing/2014/main" id="{DCC3AD4E-C5A4-D3F9-2859-56E9A595F217}"/>
              </a:ext>
            </a:extLst>
          </p:cNvPr>
          <p:cNvSpPr/>
          <p:nvPr/>
        </p:nvSpPr>
        <p:spPr>
          <a:xfrm>
            <a:off x="2685608" y="4546285"/>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Empathetic</a:t>
            </a:r>
            <a:endParaRPr lang="en-US" sz="2000">
              <a:solidFill>
                <a:srgbClr val="000000"/>
              </a:solidFill>
            </a:endParaRPr>
          </a:p>
        </p:txBody>
      </p:sp>
      <p:sp>
        <p:nvSpPr>
          <p:cNvPr id="37" name="Rounded Rectangle 47">
            <a:extLst>
              <a:ext uri="{FF2B5EF4-FFF2-40B4-BE49-F238E27FC236}">
                <a16:creationId xmlns:a16="http://schemas.microsoft.com/office/drawing/2014/main" id="{DBD802F3-C15E-E0C5-BFF7-B20D1C4CF144}"/>
              </a:ext>
            </a:extLst>
          </p:cNvPr>
          <p:cNvSpPr/>
          <p:nvPr/>
        </p:nvSpPr>
        <p:spPr>
          <a:xfrm>
            <a:off x="3817721" y="3800613"/>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solidFill>
                  <a:srgbClr val="131313"/>
                </a:solidFill>
              </a:rPr>
              <a:t>Human-centered</a:t>
            </a:r>
            <a:endParaRPr lang="en-US" sz="2000">
              <a:solidFill>
                <a:srgbClr val="000000"/>
              </a:solidFill>
            </a:endParaRPr>
          </a:p>
        </p:txBody>
      </p:sp>
      <p:sp>
        <p:nvSpPr>
          <p:cNvPr id="38" name="Rounded Rectangle 47">
            <a:extLst>
              <a:ext uri="{FF2B5EF4-FFF2-40B4-BE49-F238E27FC236}">
                <a16:creationId xmlns:a16="http://schemas.microsoft.com/office/drawing/2014/main" id="{1CEE587F-378E-6BDB-FFAC-C5381C20B932}"/>
              </a:ext>
            </a:extLst>
          </p:cNvPr>
          <p:cNvSpPr/>
          <p:nvPr/>
        </p:nvSpPr>
        <p:spPr>
          <a:xfrm>
            <a:off x="4851863" y="4546285"/>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solidFill>
                  <a:srgbClr val="131313"/>
                </a:solidFill>
              </a:rPr>
              <a:t>Analytical</a:t>
            </a:r>
            <a:endParaRPr lang="en-US" sz="2000">
              <a:solidFill>
                <a:srgbClr val="000000"/>
              </a:solidFill>
            </a:endParaRPr>
          </a:p>
        </p:txBody>
      </p:sp>
      <p:sp>
        <p:nvSpPr>
          <p:cNvPr id="39" name="Rounded Rectangle 47">
            <a:extLst>
              <a:ext uri="{FF2B5EF4-FFF2-40B4-BE49-F238E27FC236}">
                <a16:creationId xmlns:a16="http://schemas.microsoft.com/office/drawing/2014/main" id="{2F1A1432-DB48-DA7F-3F1F-DEB9AC597FF3}"/>
              </a:ext>
            </a:extLst>
          </p:cNvPr>
          <p:cNvSpPr/>
          <p:nvPr/>
        </p:nvSpPr>
        <p:spPr>
          <a:xfrm>
            <a:off x="475807" y="4546284"/>
            <a:ext cx="2058602" cy="644560"/>
          </a:xfrm>
          <a:prstGeom prst="roundRect">
            <a:avLst/>
          </a:prstGeom>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2000"/>
              <a:t>Strategic Clarity</a:t>
            </a:r>
            <a:endParaRPr lang="en-US" sz="2000">
              <a:solidFill>
                <a:srgbClr val="000000"/>
              </a:solidFill>
            </a:endParaRPr>
          </a:p>
        </p:txBody>
      </p:sp>
      <p:sp>
        <p:nvSpPr>
          <p:cNvPr id="44" name="Text 1">
            <a:extLst>
              <a:ext uri="{FF2B5EF4-FFF2-40B4-BE49-F238E27FC236}">
                <a16:creationId xmlns:a16="http://schemas.microsoft.com/office/drawing/2014/main" id="{AF3A04CE-67E2-3816-0D56-252B102F74DE}"/>
              </a:ext>
            </a:extLst>
          </p:cNvPr>
          <p:cNvSpPr/>
          <p:nvPr/>
        </p:nvSpPr>
        <p:spPr>
          <a:xfrm>
            <a:off x="548640" y="1218431"/>
            <a:ext cx="7183825" cy="381115"/>
          </a:xfrm>
          <a:prstGeom prst="rect">
            <a:avLst/>
          </a:prstGeom>
          <a:noFill/>
          <a:ln/>
        </p:spPr>
        <p:txBody>
          <a:bodyPr wrap="square" lIns="0" tIns="0" rIns="0" bIns="0" rtlCol="0" anchor="ctr"/>
          <a:lstStyle/>
          <a:p>
            <a:r>
              <a:rPr lang="en-US" sz="1500" i="1">
                <a:solidFill>
                  <a:srgbClr val="B5622A"/>
                </a:solidFill>
                <a:latin typeface="helvetica"/>
                <a:cs typeface="helvetica"/>
              </a:rPr>
              <a:t>Just a group of creative thinkers, working towards a goal.</a:t>
            </a:r>
            <a:endParaRPr lang="en-US"/>
          </a:p>
        </p:txBody>
      </p:sp>
      <p:cxnSp>
        <p:nvCxnSpPr>
          <p:cNvPr id="5" name="Straight Connector 132">
            <a:extLst>
              <a:ext uri="{FF2B5EF4-FFF2-40B4-BE49-F238E27FC236}">
                <a16:creationId xmlns:a16="http://schemas.microsoft.com/office/drawing/2014/main" id="{4651CF4B-59A5-DB49-A327-D1FA63B0731E}"/>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134">
            <a:extLst>
              <a:ext uri="{FF2B5EF4-FFF2-40B4-BE49-F238E27FC236}">
                <a16:creationId xmlns:a16="http://schemas.microsoft.com/office/drawing/2014/main" id="{91D0C201-45BE-C8D6-9BEB-542E4E6EA71C}"/>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300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200" b="1">
                <a:solidFill>
                  <a:srgbClr val="2B2420"/>
                </a:solidFill>
                <a:latin typeface="Georgia" pitchFamily="34" charset="0"/>
                <a:ea typeface="Georgia" pitchFamily="34" charset="-122"/>
                <a:cs typeface="Georgia" pitchFamily="34" charset="-120"/>
              </a:rPr>
              <a:t>The Domain</a:t>
            </a:r>
            <a:endParaRPr lang="en-US" sz="3200"/>
          </a:p>
        </p:txBody>
      </p:sp>
      <p:sp>
        <p:nvSpPr>
          <p:cNvPr id="3" name="Text 1"/>
          <p:cNvSpPr/>
          <p:nvPr/>
        </p:nvSpPr>
        <p:spPr>
          <a:xfrm>
            <a:off x="548640" y="957174"/>
            <a:ext cx="7183825" cy="332130"/>
          </a:xfrm>
          <a:prstGeom prst="rect">
            <a:avLst/>
          </a:prstGeom>
          <a:noFill/>
          <a:ln/>
        </p:spPr>
        <p:txBody>
          <a:bodyPr wrap="square" lIns="0" tIns="0" rIns="0" bIns="0" rtlCol="0" anchor="ctr"/>
          <a:lstStyle/>
          <a:p>
            <a:r>
              <a:rPr lang="en-US" sz="1500" i="1">
                <a:solidFill>
                  <a:srgbClr val="B5622A"/>
                </a:solidFill>
                <a:latin typeface="helvetica"/>
                <a:ea typeface="Georgia" pitchFamily="34" charset="-122"/>
                <a:cs typeface="helvetica"/>
              </a:rPr>
              <a:t>Supporting relationships through nostalgia &amp; reminiscence</a:t>
            </a:r>
            <a:endParaRPr lang="en-US" sz="1500" i="1">
              <a:solidFill>
                <a:srgbClr val="131313"/>
              </a:solidFill>
              <a:latin typeface="helvetica"/>
              <a:cs typeface="helvetica"/>
            </a:endParaRPr>
          </a:p>
        </p:txBody>
      </p:sp>
      <p:sp>
        <p:nvSpPr>
          <p:cNvPr id="4" name="Text 2"/>
          <p:cNvSpPr/>
          <p:nvPr/>
        </p:nvSpPr>
        <p:spPr>
          <a:xfrm>
            <a:off x="548640" y="3123758"/>
            <a:ext cx="11091672" cy="339412"/>
          </a:xfrm>
          <a:prstGeom prst="rect">
            <a:avLst/>
          </a:prstGeom>
          <a:noFill/>
          <a:ln/>
        </p:spPr>
        <p:txBody>
          <a:bodyPr wrap="square" lIns="0" tIns="0" rIns="0" bIns="0" rtlCol="0" anchor="ctr"/>
          <a:lstStyle/>
          <a:p>
            <a:r>
              <a:rPr lang="en-US" sz="1600" b="1">
                <a:solidFill>
                  <a:srgbClr val="131313"/>
                </a:solidFill>
                <a:latin typeface="helvetica"/>
                <a:cs typeface="helvetica"/>
              </a:rPr>
              <a:t>WHY IT MATTERS</a:t>
            </a:r>
            <a:endParaRPr lang="en-US" sz="1600">
              <a:solidFill>
                <a:srgbClr val="131313"/>
              </a:solidFill>
              <a:latin typeface="helvetica"/>
              <a:cs typeface="helvetica"/>
            </a:endParaRPr>
          </a:p>
        </p:txBody>
      </p:sp>
      <p:sp>
        <p:nvSpPr>
          <p:cNvPr id="28" name="Text 16"/>
          <p:cNvSpPr/>
          <p:nvPr/>
        </p:nvSpPr>
        <p:spPr>
          <a:xfrm>
            <a:off x="548640" y="6537960"/>
            <a:ext cx="11091672" cy="274320"/>
          </a:xfrm>
          <a:prstGeom prst="rect">
            <a:avLst/>
          </a:prstGeom>
          <a:noFill/>
          <a:ln/>
        </p:spPr>
        <p:txBody>
          <a:bodyPr wrap="square" lIns="0" tIns="0" rIns="0" bIns="0" rtlCol="0" anchor="ctr"/>
          <a:lstStyle/>
          <a:p>
            <a:r>
              <a:rPr lang="en-US" sz="1050" i="1">
                <a:solidFill>
                  <a:srgbClr val="6B6259"/>
                </a:solidFill>
                <a:latin typeface="Georgia"/>
                <a:ea typeface="Georgia" pitchFamily="34" charset="-122"/>
                <a:cs typeface="Georgia" pitchFamily="34" charset="-120"/>
              </a:rPr>
              <a:t>Evidence:  semi-structured interviews — age group between 20-60+</a:t>
            </a:r>
            <a:endParaRPr lang="en-US" sz="1050" i="1">
              <a:solidFill>
                <a:srgbClr val="6B6259"/>
              </a:solidFill>
              <a:latin typeface="Georgia"/>
            </a:endParaRPr>
          </a:p>
        </p:txBody>
      </p:sp>
      <p:sp>
        <p:nvSpPr>
          <p:cNvPr id="29" name="Rounded Rectangle 28">
            <a:extLst>
              <a:ext uri="{FF2B5EF4-FFF2-40B4-BE49-F238E27FC236}">
                <a16:creationId xmlns:a16="http://schemas.microsoft.com/office/drawing/2014/main" id="{1D5084C3-2E25-05CB-BC86-933C87DCE8AD}"/>
              </a:ext>
            </a:extLst>
          </p:cNvPr>
          <p:cNvSpPr/>
          <p:nvPr/>
        </p:nvSpPr>
        <p:spPr>
          <a:xfrm>
            <a:off x="630108" y="3605541"/>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Recreative Curation</a:t>
            </a:r>
          </a:p>
          <a:p>
            <a:pPr algn="ctr"/>
            <a:endParaRPr lang="en-US"/>
          </a:p>
          <a:p>
            <a:pPr algn="ctr"/>
            <a:endParaRPr lang="en-US"/>
          </a:p>
        </p:txBody>
      </p:sp>
      <p:sp>
        <p:nvSpPr>
          <p:cNvPr id="30" name="Rounded Rectangle 29">
            <a:extLst>
              <a:ext uri="{FF2B5EF4-FFF2-40B4-BE49-F238E27FC236}">
                <a16:creationId xmlns:a16="http://schemas.microsoft.com/office/drawing/2014/main" id="{C55DB5AD-CC8F-A15C-082B-41A49C373DCF}"/>
              </a:ext>
            </a:extLst>
          </p:cNvPr>
          <p:cNvSpPr/>
          <p:nvPr/>
        </p:nvSpPr>
        <p:spPr>
          <a:xfrm>
            <a:off x="2470404" y="3596596"/>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Digital VS. Physical asymmetry</a:t>
            </a:r>
          </a:p>
          <a:p>
            <a:pPr algn="ctr"/>
            <a:endParaRPr lang="en-US"/>
          </a:p>
        </p:txBody>
      </p:sp>
      <p:sp>
        <p:nvSpPr>
          <p:cNvPr id="31" name="Rounded Rectangle 30">
            <a:extLst>
              <a:ext uri="{FF2B5EF4-FFF2-40B4-BE49-F238E27FC236}">
                <a16:creationId xmlns:a16="http://schemas.microsoft.com/office/drawing/2014/main" id="{30F1DA13-59B8-496B-BA5C-D5BB931601C5}"/>
              </a:ext>
            </a:extLst>
          </p:cNvPr>
          <p:cNvSpPr/>
          <p:nvPr/>
        </p:nvSpPr>
        <p:spPr>
          <a:xfrm>
            <a:off x="4310700" y="3587651"/>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Deliberately unopened memories</a:t>
            </a:r>
          </a:p>
          <a:p>
            <a:pPr algn="ctr"/>
            <a:endParaRPr lang="en-US"/>
          </a:p>
        </p:txBody>
      </p:sp>
      <p:sp>
        <p:nvSpPr>
          <p:cNvPr id="32" name="Rounded Rectangle 31">
            <a:extLst>
              <a:ext uri="{FF2B5EF4-FFF2-40B4-BE49-F238E27FC236}">
                <a16:creationId xmlns:a16="http://schemas.microsoft.com/office/drawing/2014/main" id="{EA58B624-3D1D-0988-1522-B143AC4E9214}"/>
              </a:ext>
            </a:extLst>
          </p:cNvPr>
          <p:cNvSpPr/>
          <p:nvPr/>
        </p:nvSpPr>
        <p:spPr>
          <a:xfrm>
            <a:off x="6150996" y="3578706"/>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Contested Inheritance</a:t>
            </a:r>
          </a:p>
          <a:p>
            <a:pPr algn="ctr"/>
            <a:endParaRPr lang="en-US"/>
          </a:p>
          <a:p>
            <a:pPr algn="ctr"/>
            <a:endParaRPr lang="en-US"/>
          </a:p>
        </p:txBody>
      </p:sp>
      <p:sp>
        <p:nvSpPr>
          <p:cNvPr id="33" name="Rounded Rectangle 32">
            <a:extLst>
              <a:ext uri="{FF2B5EF4-FFF2-40B4-BE49-F238E27FC236}">
                <a16:creationId xmlns:a16="http://schemas.microsoft.com/office/drawing/2014/main" id="{E60397A1-C0C1-0691-58A4-C09B6AE7F747}"/>
              </a:ext>
            </a:extLst>
          </p:cNvPr>
          <p:cNvSpPr/>
          <p:nvPr/>
        </p:nvSpPr>
        <p:spPr>
          <a:xfrm>
            <a:off x="7991292" y="3569761"/>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Place-Triggered recall</a:t>
            </a:r>
          </a:p>
          <a:p>
            <a:pPr algn="ctr"/>
            <a:endParaRPr lang="en-US"/>
          </a:p>
        </p:txBody>
      </p:sp>
      <p:sp>
        <p:nvSpPr>
          <p:cNvPr id="34" name="Rounded Rectangle 33">
            <a:extLst>
              <a:ext uri="{FF2B5EF4-FFF2-40B4-BE49-F238E27FC236}">
                <a16:creationId xmlns:a16="http://schemas.microsoft.com/office/drawing/2014/main" id="{887321C1-79E0-C2F9-B23A-6583FC8C10DC}"/>
              </a:ext>
            </a:extLst>
          </p:cNvPr>
          <p:cNvSpPr/>
          <p:nvPr/>
        </p:nvSpPr>
        <p:spPr>
          <a:xfrm>
            <a:off x="9831588" y="3560816"/>
            <a:ext cx="1702308" cy="2337575"/>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Socially learned methods</a:t>
            </a:r>
            <a:br>
              <a:rPr lang="en-US"/>
            </a:br>
            <a:endParaRPr lang="en-US"/>
          </a:p>
        </p:txBody>
      </p:sp>
      <p:pic>
        <p:nvPicPr>
          <p:cNvPr id="35" name="Image 0" descr="/home/claude/slide/filter.png">
            <a:extLst>
              <a:ext uri="{FF2B5EF4-FFF2-40B4-BE49-F238E27FC236}">
                <a16:creationId xmlns:a16="http://schemas.microsoft.com/office/drawing/2014/main" id="{89D42D55-6795-95A2-2806-4CAAE045D77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1289238" y="5348534"/>
            <a:ext cx="403098" cy="403420"/>
          </a:xfrm>
          <a:prstGeom prst="rect">
            <a:avLst/>
          </a:prstGeom>
        </p:spPr>
      </p:pic>
      <p:pic>
        <p:nvPicPr>
          <p:cNvPr id="40" name="Image 3" descr="/home/claude/slide/gift.png">
            <a:extLst>
              <a:ext uri="{FF2B5EF4-FFF2-40B4-BE49-F238E27FC236}">
                <a16:creationId xmlns:a16="http://schemas.microsoft.com/office/drawing/2014/main" id="{7CF8BE69-3F11-FF55-2B7E-30B16E2E4F58}"/>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6826758" y="5300168"/>
            <a:ext cx="403749" cy="403420"/>
          </a:xfrm>
          <a:prstGeom prst="rect">
            <a:avLst/>
          </a:prstGeom>
        </p:spPr>
      </p:pic>
      <p:pic>
        <p:nvPicPr>
          <p:cNvPr id="41" name="Image 4" descr="/home/claude/slide/map.png">
            <a:extLst>
              <a:ext uri="{FF2B5EF4-FFF2-40B4-BE49-F238E27FC236}">
                <a16:creationId xmlns:a16="http://schemas.microsoft.com/office/drawing/2014/main" id="{4CE47683-4D52-1891-F50C-564B87736F52}"/>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11200"/>
                    </a14:imgEffect>
                  </a14:imgLayer>
                </a14:imgProps>
              </a:ext>
            </a:extLst>
          </a:blip>
          <a:stretch>
            <a:fillRect/>
          </a:stretch>
        </p:blipFill>
        <p:spPr>
          <a:xfrm>
            <a:off x="8675370" y="5260408"/>
            <a:ext cx="403749" cy="403420"/>
          </a:xfrm>
          <a:prstGeom prst="rect">
            <a:avLst/>
          </a:prstGeom>
        </p:spPr>
      </p:pic>
      <p:pic>
        <p:nvPicPr>
          <p:cNvPr id="42" name="Image 5" descr="/home/claude/slide/share.png">
            <a:extLst>
              <a:ext uri="{FF2B5EF4-FFF2-40B4-BE49-F238E27FC236}">
                <a16:creationId xmlns:a16="http://schemas.microsoft.com/office/drawing/2014/main" id="{BBB70890-28D2-B9F0-858B-85F51B6B8B0F}"/>
              </a:ext>
            </a:extLst>
          </p:cNvPr>
          <p:cNvPicPr>
            <a:picLocks noChangeAspect="1"/>
          </p:cNvPicPr>
          <p:nvPr/>
        </p:nvPicPr>
        <p:blipFill>
          <a:blip r:embed="rId9">
            <a:extLst>
              <a:ext uri="{BEBA8EAE-BF5A-486C-A8C5-ECC9F3942E4B}">
                <a14:imgProps xmlns:a14="http://schemas.microsoft.com/office/drawing/2010/main">
                  <a14:imgLayer r:embed="rId10">
                    <a14:imgEffect>
                      <a14:colorTemperature colorTemp="11200"/>
                    </a14:imgEffect>
                  </a14:imgLayer>
                </a14:imgProps>
              </a:ext>
            </a:extLst>
          </a:blip>
          <a:stretch>
            <a:fillRect/>
          </a:stretch>
        </p:blipFill>
        <p:spPr>
          <a:xfrm>
            <a:off x="10523982" y="5233904"/>
            <a:ext cx="403098" cy="403420"/>
          </a:xfrm>
          <a:prstGeom prst="rect">
            <a:avLst/>
          </a:prstGeom>
        </p:spPr>
      </p:pic>
      <p:pic>
        <p:nvPicPr>
          <p:cNvPr id="44" name="Graphic 43" descr="Cloud with solid fill">
            <a:extLst>
              <a:ext uri="{FF2B5EF4-FFF2-40B4-BE49-F238E27FC236}">
                <a16:creationId xmlns:a16="http://schemas.microsoft.com/office/drawing/2014/main" id="{FABD356E-6254-37CF-AA13-75BE26116C6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991546" y="5208143"/>
            <a:ext cx="640466" cy="640466"/>
          </a:xfrm>
          <a:prstGeom prst="rect">
            <a:avLst/>
          </a:prstGeom>
        </p:spPr>
      </p:pic>
      <p:pic>
        <p:nvPicPr>
          <p:cNvPr id="46" name="Graphic 45" descr="No sign with solid fill">
            <a:extLst>
              <a:ext uri="{FF2B5EF4-FFF2-40B4-BE49-F238E27FC236}">
                <a16:creationId xmlns:a16="http://schemas.microsoft.com/office/drawing/2014/main" id="{6E8B5301-BC2A-EFC3-DADB-8B10EC72D44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65106" y="5260408"/>
            <a:ext cx="513469" cy="513214"/>
          </a:xfrm>
          <a:prstGeom prst="rect">
            <a:avLst/>
          </a:prstGeom>
        </p:spPr>
      </p:pic>
      <p:sp>
        <p:nvSpPr>
          <p:cNvPr id="47" name="Text 2">
            <a:extLst>
              <a:ext uri="{FF2B5EF4-FFF2-40B4-BE49-F238E27FC236}">
                <a16:creationId xmlns:a16="http://schemas.microsoft.com/office/drawing/2014/main" id="{47703890-7A44-73D9-3B26-96B99BAA9B40}"/>
              </a:ext>
            </a:extLst>
          </p:cNvPr>
          <p:cNvSpPr/>
          <p:nvPr/>
        </p:nvSpPr>
        <p:spPr>
          <a:xfrm>
            <a:off x="548640" y="1597082"/>
            <a:ext cx="11091672" cy="240450"/>
          </a:xfrm>
          <a:prstGeom prst="rect">
            <a:avLst/>
          </a:prstGeom>
          <a:noFill/>
          <a:ln/>
        </p:spPr>
        <p:txBody>
          <a:bodyPr wrap="square" lIns="0" tIns="0" rIns="0" bIns="0" rtlCol="0" anchor="ctr"/>
          <a:lstStyle/>
          <a:p>
            <a:pPr marL="0" indent="0">
              <a:buNone/>
            </a:pPr>
            <a:r>
              <a:rPr lang="en-US" sz="1600" b="1">
                <a:solidFill>
                  <a:srgbClr val="2B2420"/>
                </a:solidFill>
                <a:latin typeface="Georgia" pitchFamily="34" charset="0"/>
              </a:rPr>
              <a:t>Branches of Nostalgia</a:t>
            </a:r>
            <a:endParaRPr lang="en-US" sz="1600"/>
          </a:p>
        </p:txBody>
      </p:sp>
      <p:sp>
        <p:nvSpPr>
          <p:cNvPr id="48" name="Rounded Rectangle 47">
            <a:extLst>
              <a:ext uri="{FF2B5EF4-FFF2-40B4-BE49-F238E27FC236}">
                <a16:creationId xmlns:a16="http://schemas.microsoft.com/office/drawing/2014/main" id="{9507257A-14E3-12D5-7823-9BABBF0872AB}"/>
              </a:ext>
            </a:extLst>
          </p:cNvPr>
          <p:cNvSpPr/>
          <p:nvPr/>
        </p:nvSpPr>
        <p:spPr>
          <a:xfrm>
            <a:off x="633652" y="2073292"/>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Personal vs Collective</a:t>
            </a:r>
          </a:p>
        </p:txBody>
      </p:sp>
      <p:sp>
        <p:nvSpPr>
          <p:cNvPr id="49" name="Rounded Rectangle 48">
            <a:extLst>
              <a:ext uri="{FF2B5EF4-FFF2-40B4-BE49-F238E27FC236}">
                <a16:creationId xmlns:a16="http://schemas.microsoft.com/office/drawing/2014/main" id="{AC63FB01-69A7-A607-27B5-9A8E8698CF6D}"/>
              </a:ext>
            </a:extLst>
          </p:cNvPr>
          <p:cNvSpPr/>
          <p:nvPr/>
        </p:nvSpPr>
        <p:spPr>
          <a:xfrm>
            <a:off x="7994837" y="2073292"/>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Social vs Sensory</a:t>
            </a:r>
          </a:p>
        </p:txBody>
      </p:sp>
      <p:sp>
        <p:nvSpPr>
          <p:cNvPr id="50" name="Rounded Rectangle 49">
            <a:extLst>
              <a:ext uri="{FF2B5EF4-FFF2-40B4-BE49-F238E27FC236}">
                <a16:creationId xmlns:a16="http://schemas.microsoft.com/office/drawing/2014/main" id="{88B2AB1B-0B05-178C-7625-EBD56DE2C4D7}"/>
              </a:ext>
            </a:extLst>
          </p:cNvPr>
          <p:cNvSpPr/>
          <p:nvPr/>
        </p:nvSpPr>
        <p:spPr>
          <a:xfrm>
            <a:off x="4310700" y="2073292"/>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Restorative vs Reflective</a:t>
            </a:r>
          </a:p>
        </p:txBody>
      </p:sp>
      <p:cxnSp>
        <p:nvCxnSpPr>
          <p:cNvPr id="8" name="Straight Connector 132">
            <a:extLst>
              <a:ext uri="{FF2B5EF4-FFF2-40B4-BE49-F238E27FC236}">
                <a16:creationId xmlns:a16="http://schemas.microsoft.com/office/drawing/2014/main" id="{CFA38C4B-B2C4-FDDA-AB44-24EA80B5281D}"/>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134">
            <a:extLst>
              <a:ext uri="{FF2B5EF4-FFF2-40B4-BE49-F238E27FC236}">
                <a16:creationId xmlns:a16="http://schemas.microsoft.com/office/drawing/2014/main" id="{2F62B3D4-7785-CC1C-EECA-B00A93569735}"/>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A4FDF87-1074-96BA-4818-C4DC5BD12474}"/>
              </a:ext>
            </a:extLst>
          </p:cNvPr>
          <p:cNvSpPr/>
          <p:nvPr/>
        </p:nvSpPr>
        <p:spPr>
          <a:xfrm>
            <a:off x="590336" y="5924075"/>
            <a:ext cx="11123178" cy="4142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c 4">
            <a:extLst>
              <a:ext uri="{FF2B5EF4-FFF2-40B4-BE49-F238E27FC236}">
                <a16:creationId xmlns:a16="http://schemas.microsoft.com/office/drawing/2014/main" id="{F4145D74-F85C-8276-9D67-75FF0E9877CF}"/>
              </a:ext>
            </a:extLst>
          </p:cNvPr>
          <p:cNvSpPr/>
          <p:nvPr/>
        </p:nvSpPr>
        <p:spPr>
          <a:xfrm rot="18900000">
            <a:off x="-2508344" y="4225196"/>
            <a:ext cx="17185885" cy="17185888"/>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FC0220E1-92BD-FA0B-B8B1-D52E70151329}"/>
              </a:ext>
            </a:extLst>
          </p:cNvPr>
          <p:cNvSpPr>
            <a:spLocks noGrp="1"/>
          </p:cNvSpPr>
          <p:nvPr>
            <p:ph type="title"/>
          </p:nvPr>
        </p:nvSpPr>
        <p:spPr>
          <a:xfrm>
            <a:off x="395618" y="84264"/>
            <a:ext cx="10812650" cy="768003"/>
          </a:xfrm>
        </p:spPr>
        <p:txBody>
          <a:bodyPr>
            <a:noAutofit/>
          </a:bodyPr>
          <a:lstStyle/>
          <a:p>
            <a:r>
              <a:rPr lang="en-AU" sz="2400" b="1">
                <a:solidFill>
                  <a:srgbClr val="2B2420"/>
                </a:solidFill>
                <a:latin typeface="Georgia"/>
              </a:rPr>
              <a:t>Design opportunities, concepts backed by research</a:t>
            </a:r>
            <a:endParaRPr lang="en-US" sz="2400" b="1">
              <a:solidFill>
                <a:srgbClr val="2B2420"/>
              </a:solidFill>
              <a:latin typeface="Georgia"/>
            </a:endParaRPr>
          </a:p>
        </p:txBody>
      </p:sp>
      <p:sp>
        <p:nvSpPr>
          <p:cNvPr id="7" name="Content Placeholder 2">
            <a:extLst>
              <a:ext uri="{FF2B5EF4-FFF2-40B4-BE49-F238E27FC236}">
                <a16:creationId xmlns:a16="http://schemas.microsoft.com/office/drawing/2014/main" id="{8050B3F9-E044-FE64-0887-335EC38C381E}"/>
              </a:ext>
            </a:extLst>
          </p:cNvPr>
          <p:cNvSpPr>
            <a:spLocks noGrp="1"/>
          </p:cNvSpPr>
          <p:nvPr>
            <p:ph idx="1"/>
          </p:nvPr>
        </p:nvSpPr>
        <p:spPr>
          <a:xfrm>
            <a:off x="1029397" y="2072593"/>
            <a:ext cx="2514601" cy="485544"/>
          </a:xfrm>
        </p:spPr>
        <p:txBody>
          <a:bodyPr vert="horz" lIns="91440" tIns="45720" rIns="91440" bIns="45720" rtlCol="0" anchor="t">
            <a:normAutofit/>
          </a:bodyPr>
          <a:lstStyle/>
          <a:p>
            <a:pPr marL="0" indent="0">
              <a:buNone/>
            </a:pPr>
            <a:r>
              <a:rPr lang="en-AU" sz="1800"/>
              <a:t>Digital time capsule</a:t>
            </a:r>
          </a:p>
        </p:txBody>
      </p:sp>
      <p:pic>
        <p:nvPicPr>
          <p:cNvPr id="9" name="Picture 8" descr="A box with a piece of paper and bottles&#10;&#10;AI-generated content may be incorrect.">
            <a:extLst>
              <a:ext uri="{FF2B5EF4-FFF2-40B4-BE49-F238E27FC236}">
                <a16:creationId xmlns:a16="http://schemas.microsoft.com/office/drawing/2014/main" id="{00CEE301-50B9-FAB9-AB47-9907AD725222}"/>
              </a:ext>
            </a:extLst>
          </p:cNvPr>
          <p:cNvPicPr>
            <a:picLocks noChangeAspect="1"/>
          </p:cNvPicPr>
          <p:nvPr/>
        </p:nvPicPr>
        <p:blipFill>
          <a:blip r:embed="rId3"/>
          <a:srcRect l="15905" t="1647" r="18105"/>
          <a:stretch>
            <a:fillRect/>
          </a:stretch>
        </p:blipFill>
        <p:spPr>
          <a:xfrm rot="16200000">
            <a:off x="1338906" y="1943952"/>
            <a:ext cx="1576086" cy="2842129"/>
          </a:xfrm>
          <a:prstGeom prst="rect">
            <a:avLst/>
          </a:prstGeom>
        </p:spPr>
      </p:pic>
      <p:sp>
        <p:nvSpPr>
          <p:cNvPr id="11" name="Content Placeholder 2">
            <a:extLst>
              <a:ext uri="{FF2B5EF4-FFF2-40B4-BE49-F238E27FC236}">
                <a16:creationId xmlns:a16="http://schemas.microsoft.com/office/drawing/2014/main" id="{C64D74CA-3434-AA7C-F696-AB1522945936}"/>
              </a:ext>
            </a:extLst>
          </p:cNvPr>
          <p:cNvSpPr txBox="1">
            <a:spLocks/>
          </p:cNvSpPr>
          <p:nvPr/>
        </p:nvSpPr>
        <p:spPr>
          <a:xfrm>
            <a:off x="6192046" y="1801302"/>
            <a:ext cx="2475401" cy="49483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600">
                <a:ea typeface="+mn-lt"/>
                <a:cs typeface="+mn-lt"/>
              </a:rPr>
              <a:t>Collective Audio Tree</a:t>
            </a:r>
            <a:endParaRPr lang="en-US" sz="1600"/>
          </a:p>
        </p:txBody>
      </p:sp>
      <p:pic>
        <p:nvPicPr>
          <p:cNvPr id="13" name="Picture 12" descr="Then vs Now: Brisbane campus edition! 📍: 333 Ann St, Brisbane #TBT  #ThrowbackThursday #Brisbane #History">
            <a:extLst>
              <a:ext uri="{FF2B5EF4-FFF2-40B4-BE49-F238E27FC236}">
                <a16:creationId xmlns:a16="http://schemas.microsoft.com/office/drawing/2014/main" id="{9F31A8EA-0EEC-CB3B-5ACE-F8F55D7587A1}"/>
              </a:ext>
            </a:extLst>
          </p:cNvPr>
          <p:cNvPicPr>
            <a:picLocks noChangeAspect="1"/>
          </p:cNvPicPr>
          <p:nvPr/>
        </p:nvPicPr>
        <p:blipFill>
          <a:blip r:embed="rId4"/>
          <a:srcRect t="12260" r="454" b="462"/>
          <a:stretch>
            <a:fillRect/>
          </a:stretch>
        </p:blipFill>
        <p:spPr>
          <a:xfrm>
            <a:off x="4247924" y="1495949"/>
            <a:ext cx="1749898" cy="1842024"/>
          </a:xfrm>
          <a:prstGeom prst="rect">
            <a:avLst/>
          </a:prstGeom>
        </p:spPr>
      </p:pic>
      <p:sp>
        <p:nvSpPr>
          <p:cNvPr id="15" name="Content Placeholder 2">
            <a:extLst>
              <a:ext uri="{FF2B5EF4-FFF2-40B4-BE49-F238E27FC236}">
                <a16:creationId xmlns:a16="http://schemas.microsoft.com/office/drawing/2014/main" id="{55894067-B958-1011-14F0-3BF85F8AA865}"/>
              </a:ext>
            </a:extLst>
          </p:cNvPr>
          <p:cNvSpPr txBox="1">
            <a:spLocks/>
          </p:cNvSpPr>
          <p:nvPr/>
        </p:nvSpPr>
        <p:spPr>
          <a:xfrm>
            <a:off x="4121482" y="1121298"/>
            <a:ext cx="2421675" cy="49483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600"/>
              <a:t>What did it look like then?</a:t>
            </a:r>
            <a:endParaRPr lang="en-US" sz="1600"/>
          </a:p>
        </p:txBody>
      </p:sp>
      <p:sp>
        <p:nvSpPr>
          <p:cNvPr id="17" name="Content Placeholder 2">
            <a:extLst>
              <a:ext uri="{FF2B5EF4-FFF2-40B4-BE49-F238E27FC236}">
                <a16:creationId xmlns:a16="http://schemas.microsoft.com/office/drawing/2014/main" id="{2A96CEB5-3F2A-FEDB-9EE2-092B9A5E2B3E}"/>
              </a:ext>
            </a:extLst>
          </p:cNvPr>
          <p:cNvSpPr txBox="1">
            <a:spLocks/>
          </p:cNvSpPr>
          <p:nvPr/>
        </p:nvSpPr>
        <p:spPr>
          <a:xfrm>
            <a:off x="8774630" y="2012741"/>
            <a:ext cx="3070986" cy="50359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600">
                <a:ea typeface="+mn-lt"/>
                <a:cs typeface="+mn-lt"/>
              </a:rPr>
              <a:t>Ancestral language preservation fragmented elder knowledge</a:t>
            </a:r>
            <a:endParaRPr lang="en-AU" sz="1600"/>
          </a:p>
        </p:txBody>
      </p:sp>
      <p:pic>
        <p:nvPicPr>
          <p:cNvPr id="19" name="Picture 18" descr="First Nations bedtime stories connecting Elders and children | SBS NITV">
            <a:extLst>
              <a:ext uri="{FF2B5EF4-FFF2-40B4-BE49-F238E27FC236}">
                <a16:creationId xmlns:a16="http://schemas.microsoft.com/office/drawing/2014/main" id="{1E1BD5AC-FC3B-C98D-C99C-F7776F7145E6}"/>
              </a:ext>
            </a:extLst>
          </p:cNvPr>
          <p:cNvPicPr>
            <a:picLocks noChangeAspect="1"/>
          </p:cNvPicPr>
          <p:nvPr/>
        </p:nvPicPr>
        <p:blipFill>
          <a:blip r:embed="rId5"/>
          <a:stretch>
            <a:fillRect/>
          </a:stretch>
        </p:blipFill>
        <p:spPr>
          <a:xfrm>
            <a:off x="9030829" y="2583775"/>
            <a:ext cx="2547199" cy="1494557"/>
          </a:xfrm>
          <a:prstGeom prst="rect">
            <a:avLst/>
          </a:prstGeom>
        </p:spPr>
      </p:pic>
      <p:pic>
        <p:nvPicPr>
          <p:cNvPr id="21" name="Picture 20" descr="Our memory tree is a lovely way to pay a lasting tribute to those who have  sadly passed away. Each leaf is engraved with a personal message dedicated  to your loved one">
            <a:extLst>
              <a:ext uri="{FF2B5EF4-FFF2-40B4-BE49-F238E27FC236}">
                <a16:creationId xmlns:a16="http://schemas.microsoft.com/office/drawing/2014/main" id="{F943E1D7-9EF9-3025-CBB6-5010C180A1E4}"/>
              </a:ext>
            </a:extLst>
          </p:cNvPr>
          <p:cNvPicPr>
            <a:picLocks noChangeAspect="1"/>
          </p:cNvPicPr>
          <p:nvPr/>
        </p:nvPicPr>
        <p:blipFill>
          <a:blip r:embed="rId6"/>
          <a:stretch>
            <a:fillRect/>
          </a:stretch>
        </p:blipFill>
        <p:spPr>
          <a:xfrm>
            <a:off x="6740850" y="2114503"/>
            <a:ext cx="1383096" cy="1767819"/>
          </a:xfrm>
          <a:prstGeom prst="rect">
            <a:avLst/>
          </a:prstGeom>
        </p:spPr>
      </p:pic>
      <p:sp>
        <p:nvSpPr>
          <p:cNvPr id="25" name="Rectangle: Rounded Corners 24">
            <a:extLst>
              <a:ext uri="{FF2B5EF4-FFF2-40B4-BE49-F238E27FC236}">
                <a16:creationId xmlns:a16="http://schemas.microsoft.com/office/drawing/2014/main" id="{56501C58-8839-B03F-ADB8-3576ECBC669E}"/>
              </a:ext>
            </a:extLst>
          </p:cNvPr>
          <p:cNvSpPr/>
          <p:nvPr/>
        </p:nvSpPr>
        <p:spPr>
          <a:xfrm>
            <a:off x="531292" y="2034580"/>
            <a:ext cx="3187345" cy="2305401"/>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8A531D50-7362-1783-0B8F-4DDD7B37C956}"/>
              </a:ext>
            </a:extLst>
          </p:cNvPr>
          <p:cNvSpPr/>
          <p:nvPr/>
        </p:nvSpPr>
        <p:spPr>
          <a:xfrm>
            <a:off x="3888077" y="1003942"/>
            <a:ext cx="2412208" cy="2621943"/>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D3E7DCEC-886E-E45D-E336-56979A4F1DCD}"/>
              </a:ext>
            </a:extLst>
          </p:cNvPr>
          <p:cNvSpPr/>
          <p:nvPr/>
        </p:nvSpPr>
        <p:spPr>
          <a:xfrm>
            <a:off x="6451544" y="1699266"/>
            <a:ext cx="1955008" cy="2326668"/>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ECD02064-C3B7-5169-B6E2-6DECC581B3C0}"/>
              </a:ext>
            </a:extLst>
          </p:cNvPr>
          <p:cNvSpPr/>
          <p:nvPr/>
        </p:nvSpPr>
        <p:spPr>
          <a:xfrm>
            <a:off x="8773204" y="1884102"/>
            <a:ext cx="3069433" cy="2431443"/>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7">
            <p14:nvContentPartPr>
              <p14:cNvPr id="41" name="Ink 40">
                <a:extLst>
                  <a:ext uri="{FF2B5EF4-FFF2-40B4-BE49-F238E27FC236}">
                    <a16:creationId xmlns:a16="http://schemas.microsoft.com/office/drawing/2014/main" id="{FA8AF820-6F80-6E35-6799-083F75973856}"/>
                  </a:ext>
                </a:extLst>
              </p14:cNvPr>
              <p14:cNvContentPartPr/>
              <p14:nvPr/>
            </p14:nvContentPartPr>
            <p14:xfrm>
              <a:off x="1810898" y="4312822"/>
              <a:ext cx="218465" cy="968956"/>
            </p14:xfrm>
          </p:contentPart>
        </mc:Choice>
        <mc:Fallback>
          <p:pic>
            <p:nvPicPr>
              <p:cNvPr id="41" name="Ink 40">
                <a:extLst>
                  <a:ext uri="{FF2B5EF4-FFF2-40B4-BE49-F238E27FC236}">
                    <a16:creationId xmlns:a16="http://schemas.microsoft.com/office/drawing/2014/main" id="{FA8AF820-6F80-6E35-6799-083F75973856}"/>
                  </a:ext>
                </a:extLst>
              </p:cNvPr>
              <p:cNvPicPr/>
              <p:nvPr/>
            </p:nvPicPr>
            <p:blipFill>
              <a:blip r:embed="rId8"/>
              <a:stretch>
                <a:fillRect/>
              </a:stretch>
            </p:blipFill>
            <p:spPr>
              <a:xfrm>
                <a:off x="1792932" y="4294825"/>
                <a:ext cx="254037" cy="100459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4" name="Ink 43">
                <a:extLst>
                  <a:ext uri="{FF2B5EF4-FFF2-40B4-BE49-F238E27FC236}">
                    <a16:creationId xmlns:a16="http://schemas.microsoft.com/office/drawing/2014/main" id="{AFBF1A90-40D9-8318-A1AC-8F430564AB8B}"/>
                  </a:ext>
                </a:extLst>
              </p14:cNvPr>
              <p14:cNvContentPartPr/>
              <p14:nvPr/>
            </p14:nvContentPartPr>
            <p14:xfrm>
              <a:off x="5014986" y="3426879"/>
              <a:ext cx="158524" cy="899944"/>
            </p14:xfrm>
          </p:contentPart>
        </mc:Choice>
        <mc:Fallback>
          <p:pic>
            <p:nvPicPr>
              <p:cNvPr id="44" name="Ink 43">
                <a:extLst>
                  <a:ext uri="{FF2B5EF4-FFF2-40B4-BE49-F238E27FC236}">
                    <a16:creationId xmlns:a16="http://schemas.microsoft.com/office/drawing/2014/main" id="{AFBF1A90-40D9-8318-A1AC-8F430564AB8B}"/>
                  </a:ext>
                </a:extLst>
              </p:cNvPr>
              <p:cNvPicPr/>
              <p:nvPr/>
            </p:nvPicPr>
            <p:blipFill>
              <a:blip r:embed="rId10"/>
              <a:stretch>
                <a:fillRect/>
              </a:stretch>
            </p:blipFill>
            <p:spPr>
              <a:xfrm>
                <a:off x="4997053" y="3408887"/>
                <a:ext cx="194031" cy="935568"/>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5" name="Ink 44">
                <a:extLst>
                  <a:ext uri="{FF2B5EF4-FFF2-40B4-BE49-F238E27FC236}">
                    <a16:creationId xmlns:a16="http://schemas.microsoft.com/office/drawing/2014/main" id="{7446BF6E-2EA0-F026-E1FA-322D34481B2C}"/>
                  </a:ext>
                </a:extLst>
              </p14:cNvPr>
              <p14:cNvContentPartPr/>
              <p14:nvPr/>
            </p14:nvContentPartPr>
            <p14:xfrm>
              <a:off x="7379000" y="3874115"/>
              <a:ext cx="110445" cy="568308"/>
            </p14:xfrm>
          </p:contentPart>
        </mc:Choice>
        <mc:Fallback>
          <p:pic>
            <p:nvPicPr>
              <p:cNvPr id="45" name="Ink 44">
                <a:extLst>
                  <a:ext uri="{FF2B5EF4-FFF2-40B4-BE49-F238E27FC236}">
                    <a16:creationId xmlns:a16="http://schemas.microsoft.com/office/drawing/2014/main" id="{7446BF6E-2EA0-F026-E1FA-322D34481B2C}"/>
                  </a:ext>
                </a:extLst>
              </p:cNvPr>
              <p:cNvPicPr/>
              <p:nvPr/>
            </p:nvPicPr>
            <p:blipFill>
              <a:blip r:embed="rId12"/>
              <a:stretch>
                <a:fillRect/>
              </a:stretch>
            </p:blipFill>
            <p:spPr>
              <a:xfrm>
                <a:off x="7361071" y="3856131"/>
                <a:ext cx="145945" cy="603917"/>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6" name="Ink 45">
                <a:extLst>
                  <a:ext uri="{FF2B5EF4-FFF2-40B4-BE49-F238E27FC236}">
                    <a16:creationId xmlns:a16="http://schemas.microsoft.com/office/drawing/2014/main" id="{CA1FFBD8-E477-5B4A-1B10-FC8E110BAC8A}"/>
                  </a:ext>
                </a:extLst>
              </p14:cNvPr>
              <p14:cNvContentPartPr/>
              <p14:nvPr/>
            </p14:nvContentPartPr>
            <p14:xfrm>
              <a:off x="10083238" y="4321023"/>
              <a:ext cx="516726" cy="1119531"/>
            </p14:xfrm>
          </p:contentPart>
        </mc:Choice>
        <mc:Fallback>
          <p:pic>
            <p:nvPicPr>
              <p:cNvPr id="46" name="Ink 45">
                <a:extLst>
                  <a:ext uri="{FF2B5EF4-FFF2-40B4-BE49-F238E27FC236}">
                    <a16:creationId xmlns:a16="http://schemas.microsoft.com/office/drawing/2014/main" id="{CA1FFBD8-E477-5B4A-1B10-FC8E110BAC8A}"/>
                  </a:ext>
                </a:extLst>
              </p:cNvPr>
              <p:cNvPicPr/>
              <p:nvPr/>
            </p:nvPicPr>
            <p:blipFill>
              <a:blip r:embed="rId14"/>
              <a:stretch>
                <a:fillRect/>
              </a:stretch>
            </p:blipFill>
            <p:spPr>
              <a:xfrm>
                <a:off x="10065259" y="4303030"/>
                <a:ext cx="552325" cy="1155157"/>
              </a:xfrm>
              <a:prstGeom prst="rect">
                <a:avLst/>
              </a:prstGeom>
            </p:spPr>
          </p:pic>
        </mc:Fallback>
      </mc:AlternateContent>
      <p:sp>
        <p:nvSpPr>
          <p:cNvPr id="6" name="TextBox 5">
            <a:extLst>
              <a:ext uri="{FF2B5EF4-FFF2-40B4-BE49-F238E27FC236}">
                <a16:creationId xmlns:a16="http://schemas.microsoft.com/office/drawing/2014/main" id="{248E0495-1F64-3F0B-A2C0-50D58A1F2816}"/>
              </a:ext>
            </a:extLst>
          </p:cNvPr>
          <p:cNvSpPr txBox="1"/>
          <p:nvPr/>
        </p:nvSpPr>
        <p:spPr>
          <a:xfrm>
            <a:off x="1023826" y="6123602"/>
            <a:ext cx="2226029" cy="646331"/>
          </a:xfrm>
          <a:custGeom>
            <a:avLst/>
            <a:gdLst>
              <a:gd name="csX0" fmla="*/ 0 w 2226029"/>
              <a:gd name="csY0" fmla="*/ 0 h 646331"/>
              <a:gd name="csX1" fmla="*/ 534247 w 2226029"/>
              <a:gd name="csY1" fmla="*/ 0 h 646331"/>
              <a:gd name="csX2" fmla="*/ 1046234 w 2226029"/>
              <a:gd name="csY2" fmla="*/ 0 h 646331"/>
              <a:gd name="csX3" fmla="*/ 1558220 w 2226029"/>
              <a:gd name="csY3" fmla="*/ 0 h 646331"/>
              <a:gd name="csX4" fmla="*/ 2226029 w 2226029"/>
              <a:gd name="csY4" fmla="*/ 0 h 646331"/>
              <a:gd name="csX5" fmla="*/ 2226029 w 2226029"/>
              <a:gd name="csY5" fmla="*/ 646331 h 646331"/>
              <a:gd name="csX6" fmla="*/ 1691782 w 2226029"/>
              <a:gd name="csY6" fmla="*/ 646331 h 646331"/>
              <a:gd name="csX7" fmla="*/ 1090754 w 2226029"/>
              <a:gd name="csY7" fmla="*/ 646331 h 646331"/>
              <a:gd name="csX8" fmla="*/ 489726 w 2226029"/>
              <a:gd name="csY8" fmla="*/ 646331 h 646331"/>
              <a:gd name="csX9" fmla="*/ 0 w 2226029"/>
              <a:gd name="csY9" fmla="*/ 646331 h 646331"/>
              <a:gd name="csX10" fmla="*/ 0 w 2226029"/>
              <a:gd name="csY1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26029" h="646331" extrusionOk="0">
                <a:moveTo>
                  <a:pt x="0" y="0"/>
                </a:moveTo>
                <a:cubicBezTo>
                  <a:pt x="209874" y="5294"/>
                  <a:pt x="392072" y="1628"/>
                  <a:pt x="534247" y="0"/>
                </a:cubicBezTo>
                <a:cubicBezTo>
                  <a:pt x="676422" y="-1628"/>
                  <a:pt x="936466" y="-972"/>
                  <a:pt x="1046234" y="0"/>
                </a:cubicBezTo>
                <a:cubicBezTo>
                  <a:pt x="1156002" y="972"/>
                  <a:pt x="1412471" y="-3504"/>
                  <a:pt x="1558220" y="0"/>
                </a:cubicBezTo>
                <a:cubicBezTo>
                  <a:pt x="1703969" y="3504"/>
                  <a:pt x="1930941" y="27860"/>
                  <a:pt x="2226029" y="0"/>
                </a:cubicBezTo>
                <a:cubicBezTo>
                  <a:pt x="2241804" y="212268"/>
                  <a:pt x="2244706" y="392801"/>
                  <a:pt x="2226029" y="646331"/>
                </a:cubicBezTo>
                <a:cubicBezTo>
                  <a:pt x="1988651" y="626776"/>
                  <a:pt x="1944748" y="622676"/>
                  <a:pt x="1691782" y="646331"/>
                </a:cubicBezTo>
                <a:cubicBezTo>
                  <a:pt x="1438816" y="669986"/>
                  <a:pt x="1376263" y="625949"/>
                  <a:pt x="1090754" y="646331"/>
                </a:cubicBezTo>
                <a:cubicBezTo>
                  <a:pt x="805245" y="666713"/>
                  <a:pt x="746622" y="664669"/>
                  <a:pt x="489726" y="646331"/>
                </a:cubicBezTo>
                <a:cubicBezTo>
                  <a:pt x="232830" y="627993"/>
                  <a:pt x="126470" y="628022"/>
                  <a:pt x="0" y="646331"/>
                </a:cubicBezTo>
                <a:cubicBezTo>
                  <a:pt x="-7480" y="421712"/>
                  <a:pt x="-10689" y="300603"/>
                  <a:pt x="0" y="0"/>
                </a:cubicBezTo>
                <a:close/>
              </a:path>
            </a:pathLst>
          </a:custGeom>
          <a:noFill/>
          <a:ln>
            <a:solidFill>
              <a:schemeClr val="bg1">
                <a:lumMod val="75000"/>
              </a:schemeClr>
            </a:solidFill>
            <a:extLst>
              <a:ext uri="{C807C97D-BFC1-408E-A445-0C87EB9F89A2}">
                <ask:lineSketchStyleProps xmlns:ask="http://schemas.microsoft.com/office/drawing/2018/sketchyshapes" sd="3499211612">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Autobiographical remembering serves ongoing psychological needs (Bluck et al., 2005;)</a:t>
            </a:r>
            <a:endParaRPr lang="en-US" sz="1200"/>
          </a:p>
        </p:txBody>
      </p:sp>
      <p:sp>
        <p:nvSpPr>
          <p:cNvPr id="10" name="TextBox 9">
            <a:extLst>
              <a:ext uri="{FF2B5EF4-FFF2-40B4-BE49-F238E27FC236}">
                <a16:creationId xmlns:a16="http://schemas.microsoft.com/office/drawing/2014/main" id="{F825F0F8-4F99-3EB5-591A-CFA2FF3D146C}"/>
              </a:ext>
            </a:extLst>
          </p:cNvPr>
          <p:cNvSpPr txBox="1"/>
          <p:nvPr/>
        </p:nvSpPr>
        <p:spPr>
          <a:xfrm>
            <a:off x="2439068" y="5296216"/>
            <a:ext cx="2226029" cy="646331"/>
          </a:xfrm>
          <a:custGeom>
            <a:avLst/>
            <a:gdLst>
              <a:gd name="csX0" fmla="*/ 0 w 2226029"/>
              <a:gd name="csY0" fmla="*/ 0 h 646331"/>
              <a:gd name="csX1" fmla="*/ 578768 w 2226029"/>
              <a:gd name="csY1" fmla="*/ 0 h 646331"/>
              <a:gd name="csX2" fmla="*/ 1090754 w 2226029"/>
              <a:gd name="csY2" fmla="*/ 0 h 646331"/>
              <a:gd name="csX3" fmla="*/ 1602741 w 2226029"/>
              <a:gd name="csY3" fmla="*/ 0 h 646331"/>
              <a:gd name="csX4" fmla="*/ 2226029 w 2226029"/>
              <a:gd name="csY4" fmla="*/ 0 h 646331"/>
              <a:gd name="csX5" fmla="*/ 2226029 w 2226029"/>
              <a:gd name="csY5" fmla="*/ 646331 h 646331"/>
              <a:gd name="csX6" fmla="*/ 1714042 w 2226029"/>
              <a:gd name="csY6" fmla="*/ 646331 h 646331"/>
              <a:gd name="csX7" fmla="*/ 1224316 w 2226029"/>
              <a:gd name="csY7" fmla="*/ 646331 h 646331"/>
              <a:gd name="csX8" fmla="*/ 712329 w 2226029"/>
              <a:gd name="csY8" fmla="*/ 646331 h 646331"/>
              <a:gd name="csX9" fmla="*/ 0 w 2226029"/>
              <a:gd name="csY9" fmla="*/ 646331 h 646331"/>
              <a:gd name="csX10" fmla="*/ 0 w 2226029"/>
              <a:gd name="csY1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26029" h="646331" extrusionOk="0">
                <a:moveTo>
                  <a:pt x="0" y="0"/>
                </a:moveTo>
                <a:cubicBezTo>
                  <a:pt x="130222" y="-20366"/>
                  <a:pt x="299156" y="-2759"/>
                  <a:pt x="578768" y="0"/>
                </a:cubicBezTo>
                <a:cubicBezTo>
                  <a:pt x="858380" y="2759"/>
                  <a:pt x="850083" y="-17521"/>
                  <a:pt x="1090754" y="0"/>
                </a:cubicBezTo>
                <a:cubicBezTo>
                  <a:pt x="1331425" y="17521"/>
                  <a:pt x="1429783" y="-8378"/>
                  <a:pt x="1602741" y="0"/>
                </a:cubicBezTo>
                <a:cubicBezTo>
                  <a:pt x="1775699" y="8378"/>
                  <a:pt x="1963472" y="5545"/>
                  <a:pt x="2226029" y="0"/>
                </a:cubicBezTo>
                <a:cubicBezTo>
                  <a:pt x="2194316" y="230821"/>
                  <a:pt x="2230435" y="504157"/>
                  <a:pt x="2226029" y="646331"/>
                </a:cubicBezTo>
                <a:cubicBezTo>
                  <a:pt x="2103343" y="643219"/>
                  <a:pt x="1881249" y="653598"/>
                  <a:pt x="1714042" y="646331"/>
                </a:cubicBezTo>
                <a:cubicBezTo>
                  <a:pt x="1546835" y="639064"/>
                  <a:pt x="1422214" y="627507"/>
                  <a:pt x="1224316" y="646331"/>
                </a:cubicBezTo>
                <a:cubicBezTo>
                  <a:pt x="1026418" y="665155"/>
                  <a:pt x="961479" y="662499"/>
                  <a:pt x="712329" y="646331"/>
                </a:cubicBezTo>
                <a:cubicBezTo>
                  <a:pt x="463179" y="630163"/>
                  <a:pt x="212329" y="669206"/>
                  <a:pt x="0" y="646331"/>
                </a:cubicBezTo>
                <a:cubicBezTo>
                  <a:pt x="10067" y="344720"/>
                  <a:pt x="-23290" y="304199"/>
                  <a:pt x="0" y="0"/>
                </a:cubicBezTo>
                <a:close/>
              </a:path>
            </a:pathLst>
          </a:custGeom>
          <a:noFill/>
          <a:ln>
            <a:solidFill>
              <a:schemeClr val="bg1">
                <a:lumMod val="75000"/>
              </a:schemeClr>
            </a:solidFill>
            <a:extLst>
              <a:ext uri="{C807C97D-BFC1-408E-A445-0C87EB9F89A2}">
                <ask:lineSketchStyleProps xmlns:ask="http://schemas.microsoft.com/office/drawing/2018/sketchyshapes" sd="1215130632">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A memory lasts by emotional significance, identity relevance (Wardell &amp; Palombo, 2024)</a:t>
            </a:r>
            <a:endParaRPr lang="en-US"/>
          </a:p>
        </p:txBody>
      </p:sp>
      <p:sp>
        <p:nvSpPr>
          <p:cNvPr id="12" name="TextBox 11">
            <a:extLst>
              <a:ext uri="{FF2B5EF4-FFF2-40B4-BE49-F238E27FC236}">
                <a16:creationId xmlns:a16="http://schemas.microsoft.com/office/drawing/2014/main" id="{66B105B4-DEA6-B889-1AD6-F562F9CE8623}"/>
              </a:ext>
            </a:extLst>
          </p:cNvPr>
          <p:cNvSpPr txBox="1"/>
          <p:nvPr/>
        </p:nvSpPr>
        <p:spPr>
          <a:xfrm>
            <a:off x="4259364" y="4548673"/>
            <a:ext cx="3233418" cy="646331"/>
          </a:xfrm>
          <a:custGeom>
            <a:avLst/>
            <a:gdLst>
              <a:gd name="csX0" fmla="*/ 0 w 3233418"/>
              <a:gd name="csY0" fmla="*/ 0 h 646331"/>
              <a:gd name="csX1" fmla="*/ 679018 w 3233418"/>
              <a:gd name="csY1" fmla="*/ 0 h 646331"/>
              <a:gd name="csX2" fmla="*/ 1358036 w 3233418"/>
              <a:gd name="csY2" fmla="*/ 0 h 646331"/>
              <a:gd name="csX3" fmla="*/ 2037053 w 3233418"/>
              <a:gd name="csY3" fmla="*/ 0 h 646331"/>
              <a:gd name="csX4" fmla="*/ 2651403 w 3233418"/>
              <a:gd name="csY4" fmla="*/ 0 h 646331"/>
              <a:gd name="csX5" fmla="*/ 3233418 w 3233418"/>
              <a:gd name="csY5" fmla="*/ 0 h 646331"/>
              <a:gd name="csX6" fmla="*/ 3233418 w 3233418"/>
              <a:gd name="csY6" fmla="*/ 646331 h 646331"/>
              <a:gd name="csX7" fmla="*/ 2619069 w 3233418"/>
              <a:gd name="csY7" fmla="*/ 646331 h 646331"/>
              <a:gd name="csX8" fmla="*/ 2037053 w 3233418"/>
              <a:gd name="csY8" fmla="*/ 646331 h 646331"/>
              <a:gd name="csX9" fmla="*/ 1455038 w 3233418"/>
              <a:gd name="csY9" fmla="*/ 646331 h 646331"/>
              <a:gd name="csX10" fmla="*/ 743686 w 3233418"/>
              <a:gd name="csY10" fmla="*/ 646331 h 646331"/>
              <a:gd name="csX11" fmla="*/ 0 w 3233418"/>
              <a:gd name="csY11" fmla="*/ 646331 h 646331"/>
              <a:gd name="csX12" fmla="*/ 0 w 3233418"/>
              <a:gd name="csY12"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33418" h="646331" extrusionOk="0">
                <a:moveTo>
                  <a:pt x="0" y="0"/>
                </a:moveTo>
                <a:cubicBezTo>
                  <a:pt x="292723" y="15737"/>
                  <a:pt x="370116" y="-21461"/>
                  <a:pt x="679018" y="0"/>
                </a:cubicBezTo>
                <a:cubicBezTo>
                  <a:pt x="987920" y="21461"/>
                  <a:pt x="1130433" y="23923"/>
                  <a:pt x="1358036" y="0"/>
                </a:cubicBezTo>
                <a:cubicBezTo>
                  <a:pt x="1585639" y="-23923"/>
                  <a:pt x="1735522" y="14095"/>
                  <a:pt x="2037053" y="0"/>
                </a:cubicBezTo>
                <a:cubicBezTo>
                  <a:pt x="2338584" y="-14095"/>
                  <a:pt x="2499401" y="24596"/>
                  <a:pt x="2651403" y="0"/>
                </a:cubicBezTo>
                <a:cubicBezTo>
                  <a:pt x="2803405" y="-24596"/>
                  <a:pt x="2953279" y="-9650"/>
                  <a:pt x="3233418" y="0"/>
                </a:cubicBezTo>
                <a:cubicBezTo>
                  <a:pt x="3222174" y="272815"/>
                  <a:pt x="3203930" y="361633"/>
                  <a:pt x="3233418" y="646331"/>
                </a:cubicBezTo>
                <a:cubicBezTo>
                  <a:pt x="3011403" y="621652"/>
                  <a:pt x="2919988" y="663792"/>
                  <a:pt x="2619069" y="646331"/>
                </a:cubicBezTo>
                <a:cubicBezTo>
                  <a:pt x="2318150" y="628870"/>
                  <a:pt x="2310870" y="621225"/>
                  <a:pt x="2037053" y="646331"/>
                </a:cubicBezTo>
                <a:cubicBezTo>
                  <a:pt x="1763236" y="671437"/>
                  <a:pt x="1718961" y="651297"/>
                  <a:pt x="1455038" y="646331"/>
                </a:cubicBezTo>
                <a:cubicBezTo>
                  <a:pt x="1191115" y="641365"/>
                  <a:pt x="1083606" y="613909"/>
                  <a:pt x="743686" y="646331"/>
                </a:cubicBezTo>
                <a:cubicBezTo>
                  <a:pt x="403766" y="678753"/>
                  <a:pt x="302833" y="630461"/>
                  <a:pt x="0" y="646331"/>
                </a:cubicBezTo>
                <a:cubicBezTo>
                  <a:pt x="10841" y="464259"/>
                  <a:pt x="28472" y="196347"/>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People typically preserve memories through external artefacts like photographs, videos, and messages (Wardell &amp; Palombo, 2024)</a:t>
            </a:r>
            <a:endParaRPr lang="en-US"/>
          </a:p>
        </p:txBody>
      </p:sp>
      <p:sp>
        <p:nvSpPr>
          <p:cNvPr id="14" name="TextBox 13">
            <a:extLst>
              <a:ext uri="{FF2B5EF4-FFF2-40B4-BE49-F238E27FC236}">
                <a16:creationId xmlns:a16="http://schemas.microsoft.com/office/drawing/2014/main" id="{5D03FFF0-F6B5-05BE-6A44-0D1FBF293B98}"/>
              </a:ext>
            </a:extLst>
          </p:cNvPr>
          <p:cNvSpPr txBox="1"/>
          <p:nvPr/>
        </p:nvSpPr>
        <p:spPr>
          <a:xfrm>
            <a:off x="6080441" y="5398308"/>
            <a:ext cx="2690978" cy="461665"/>
          </a:xfrm>
          <a:custGeom>
            <a:avLst/>
            <a:gdLst>
              <a:gd name="csX0" fmla="*/ 0 w 2690978"/>
              <a:gd name="csY0" fmla="*/ 0 h 461665"/>
              <a:gd name="csX1" fmla="*/ 699654 w 2690978"/>
              <a:gd name="csY1" fmla="*/ 0 h 461665"/>
              <a:gd name="csX2" fmla="*/ 1399309 w 2690978"/>
              <a:gd name="csY2" fmla="*/ 0 h 461665"/>
              <a:gd name="csX3" fmla="*/ 2098963 w 2690978"/>
              <a:gd name="csY3" fmla="*/ 0 h 461665"/>
              <a:gd name="csX4" fmla="*/ 2690978 w 2690978"/>
              <a:gd name="csY4" fmla="*/ 0 h 461665"/>
              <a:gd name="csX5" fmla="*/ 2690978 w 2690978"/>
              <a:gd name="csY5" fmla="*/ 461665 h 461665"/>
              <a:gd name="csX6" fmla="*/ 1964414 w 2690978"/>
              <a:gd name="csY6" fmla="*/ 461665 h 461665"/>
              <a:gd name="csX7" fmla="*/ 1237850 w 2690978"/>
              <a:gd name="csY7" fmla="*/ 461665 h 461665"/>
              <a:gd name="csX8" fmla="*/ 618925 w 2690978"/>
              <a:gd name="csY8" fmla="*/ 461665 h 461665"/>
              <a:gd name="csX9" fmla="*/ 0 w 2690978"/>
              <a:gd name="csY9" fmla="*/ 461665 h 461665"/>
              <a:gd name="csX10" fmla="*/ 0 w 2690978"/>
              <a:gd name="csY10" fmla="*/ 0 h 461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90978" h="461665" extrusionOk="0">
                <a:moveTo>
                  <a:pt x="0" y="0"/>
                </a:moveTo>
                <a:cubicBezTo>
                  <a:pt x="213518" y="14921"/>
                  <a:pt x="524209" y="5743"/>
                  <a:pt x="699654" y="0"/>
                </a:cubicBezTo>
                <a:cubicBezTo>
                  <a:pt x="875099" y="-5743"/>
                  <a:pt x="1218719" y="-8622"/>
                  <a:pt x="1399309" y="0"/>
                </a:cubicBezTo>
                <a:cubicBezTo>
                  <a:pt x="1579900" y="8622"/>
                  <a:pt x="1874553" y="-23005"/>
                  <a:pt x="2098963" y="0"/>
                </a:cubicBezTo>
                <a:cubicBezTo>
                  <a:pt x="2323373" y="23005"/>
                  <a:pt x="2512504" y="-2545"/>
                  <a:pt x="2690978" y="0"/>
                </a:cubicBezTo>
                <a:cubicBezTo>
                  <a:pt x="2681694" y="151015"/>
                  <a:pt x="2698262" y="271217"/>
                  <a:pt x="2690978" y="461665"/>
                </a:cubicBezTo>
                <a:cubicBezTo>
                  <a:pt x="2459752" y="446245"/>
                  <a:pt x="2122626" y="428563"/>
                  <a:pt x="1964414" y="461665"/>
                </a:cubicBezTo>
                <a:cubicBezTo>
                  <a:pt x="1806202" y="494767"/>
                  <a:pt x="1535104" y="429306"/>
                  <a:pt x="1237850" y="461665"/>
                </a:cubicBezTo>
                <a:cubicBezTo>
                  <a:pt x="940596" y="494024"/>
                  <a:pt x="853754" y="473146"/>
                  <a:pt x="618925" y="461665"/>
                </a:cubicBezTo>
                <a:cubicBezTo>
                  <a:pt x="384097" y="450184"/>
                  <a:pt x="191136" y="486369"/>
                  <a:pt x="0" y="461665"/>
                </a:cubicBezTo>
                <a:cubicBezTo>
                  <a:pt x="-1202" y="264414"/>
                  <a:pt x="-14694" y="195427"/>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Memories can remain accessible for decades (Hirst et al., 2015)</a:t>
            </a:r>
            <a:endParaRPr lang="en-US"/>
          </a:p>
        </p:txBody>
      </p:sp>
      <p:sp>
        <p:nvSpPr>
          <p:cNvPr id="16" name="TextBox 15">
            <a:extLst>
              <a:ext uri="{FF2B5EF4-FFF2-40B4-BE49-F238E27FC236}">
                <a16:creationId xmlns:a16="http://schemas.microsoft.com/office/drawing/2014/main" id="{02925070-15FC-5E43-9C7F-6B7ABCB2EFE9}"/>
              </a:ext>
            </a:extLst>
          </p:cNvPr>
          <p:cNvSpPr txBox="1"/>
          <p:nvPr/>
        </p:nvSpPr>
        <p:spPr>
          <a:xfrm>
            <a:off x="4398511" y="6120598"/>
            <a:ext cx="3187926" cy="649027"/>
          </a:xfrm>
          <a:custGeom>
            <a:avLst/>
            <a:gdLst>
              <a:gd name="csX0" fmla="*/ 0 w 3187926"/>
              <a:gd name="csY0" fmla="*/ 0 h 649027"/>
              <a:gd name="csX1" fmla="*/ 669464 w 3187926"/>
              <a:gd name="csY1" fmla="*/ 0 h 649027"/>
              <a:gd name="csX2" fmla="*/ 1338929 w 3187926"/>
              <a:gd name="csY2" fmla="*/ 0 h 649027"/>
              <a:gd name="csX3" fmla="*/ 2008393 w 3187926"/>
              <a:gd name="csY3" fmla="*/ 0 h 649027"/>
              <a:gd name="csX4" fmla="*/ 2614099 w 3187926"/>
              <a:gd name="csY4" fmla="*/ 0 h 649027"/>
              <a:gd name="csX5" fmla="*/ 3187926 w 3187926"/>
              <a:gd name="csY5" fmla="*/ 0 h 649027"/>
              <a:gd name="csX6" fmla="*/ 3187926 w 3187926"/>
              <a:gd name="csY6" fmla="*/ 649027 h 649027"/>
              <a:gd name="csX7" fmla="*/ 2582220 w 3187926"/>
              <a:gd name="csY7" fmla="*/ 649027 h 649027"/>
              <a:gd name="csX8" fmla="*/ 2008393 w 3187926"/>
              <a:gd name="csY8" fmla="*/ 649027 h 649027"/>
              <a:gd name="csX9" fmla="*/ 1434567 w 3187926"/>
              <a:gd name="csY9" fmla="*/ 649027 h 649027"/>
              <a:gd name="csX10" fmla="*/ 733223 w 3187926"/>
              <a:gd name="csY10" fmla="*/ 649027 h 649027"/>
              <a:gd name="csX11" fmla="*/ 0 w 3187926"/>
              <a:gd name="csY11" fmla="*/ 649027 h 649027"/>
              <a:gd name="csX12" fmla="*/ 0 w 3187926"/>
              <a:gd name="csY12" fmla="*/ 0 h 6490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7926" h="649027" extrusionOk="0">
                <a:moveTo>
                  <a:pt x="0" y="0"/>
                </a:moveTo>
                <a:cubicBezTo>
                  <a:pt x="321372" y="-11701"/>
                  <a:pt x="395279" y="23894"/>
                  <a:pt x="669464" y="0"/>
                </a:cubicBezTo>
                <a:cubicBezTo>
                  <a:pt x="943649" y="-23894"/>
                  <a:pt x="1195296" y="-8785"/>
                  <a:pt x="1338929" y="0"/>
                </a:cubicBezTo>
                <a:cubicBezTo>
                  <a:pt x="1482562" y="8785"/>
                  <a:pt x="1835354" y="-18863"/>
                  <a:pt x="2008393" y="0"/>
                </a:cubicBezTo>
                <a:cubicBezTo>
                  <a:pt x="2181432" y="18863"/>
                  <a:pt x="2453497" y="29237"/>
                  <a:pt x="2614099" y="0"/>
                </a:cubicBezTo>
                <a:cubicBezTo>
                  <a:pt x="2774701" y="-29237"/>
                  <a:pt x="2954476" y="-2046"/>
                  <a:pt x="3187926" y="0"/>
                </a:cubicBezTo>
                <a:cubicBezTo>
                  <a:pt x="3192556" y="145955"/>
                  <a:pt x="3203361" y="356364"/>
                  <a:pt x="3187926" y="649027"/>
                </a:cubicBezTo>
                <a:cubicBezTo>
                  <a:pt x="2924368" y="640623"/>
                  <a:pt x="2742766" y="668689"/>
                  <a:pt x="2582220" y="649027"/>
                </a:cubicBezTo>
                <a:cubicBezTo>
                  <a:pt x="2421674" y="629365"/>
                  <a:pt x="2252732" y="634283"/>
                  <a:pt x="2008393" y="649027"/>
                </a:cubicBezTo>
                <a:cubicBezTo>
                  <a:pt x="1764054" y="663771"/>
                  <a:pt x="1717716" y="626210"/>
                  <a:pt x="1434567" y="649027"/>
                </a:cubicBezTo>
                <a:cubicBezTo>
                  <a:pt x="1151418" y="671844"/>
                  <a:pt x="936143" y="661973"/>
                  <a:pt x="733223" y="649027"/>
                </a:cubicBezTo>
                <a:cubicBezTo>
                  <a:pt x="530303" y="636081"/>
                  <a:pt x="279395" y="650597"/>
                  <a:pt x="0" y="649027"/>
                </a:cubicBezTo>
                <a:cubicBezTo>
                  <a:pt x="28776" y="380412"/>
                  <a:pt x="17191" y="299815"/>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Compared to physical mementoes of memories, digitally created memories tend to feel less significant and forgotten easily (Petrelli &amp; Whittaker, 2010)</a:t>
            </a:r>
            <a:endParaRPr lang="en-US"/>
          </a:p>
        </p:txBody>
      </p:sp>
      <p:cxnSp>
        <p:nvCxnSpPr>
          <p:cNvPr id="4" name="Straight Connector 3">
            <a:extLst>
              <a:ext uri="{FF2B5EF4-FFF2-40B4-BE49-F238E27FC236}">
                <a16:creationId xmlns:a16="http://schemas.microsoft.com/office/drawing/2014/main" id="{63112B00-8EAB-D2B5-1AEF-13E14AC76C19}"/>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76639C5-4DC8-1606-E702-774B18882AC9}"/>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61CB0DD-8CC2-E045-A2FE-D91C2328491F}"/>
              </a:ext>
            </a:extLst>
          </p:cNvPr>
          <p:cNvSpPr txBox="1"/>
          <p:nvPr/>
        </p:nvSpPr>
        <p:spPr>
          <a:xfrm>
            <a:off x="7924572" y="5923203"/>
            <a:ext cx="3285969" cy="830997"/>
          </a:xfrm>
          <a:custGeom>
            <a:avLst/>
            <a:gdLst>
              <a:gd name="csX0" fmla="*/ 0 w 3285969"/>
              <a:gd name="csY0" fmla="*/ 0 h 830997"/>
              <a:gd name="csX1" fmla="*/ 690053 w 3285969"/>
              <a:gd name="csY1" fmla="*/ 0 h 830997"/>
              <a:gd name="csX2" fmla="*/ 1380107 w 3285969"/>
              <a:gd name="csY2" fmla="*/ 0 h 830997"/>
              <a:gd name="csX3" fmla="*/ 2070160 w 3285969"/>
              <a:gd name="csY3" fmla="*/ 0 h 830997"/>
              <a:gd name="csX4" fmla="*/ 2694495 w 3285969"/>
              <a:gd name="csY4" fmla="*/ 0 h 830997"/>
              <a:gd name="csX5" fmla="*/ 3285969 w 3285969"/>
              <a:gd name="csY5" fmla="*/ 0 h 830997"/>
              <a:gd name="csX6" fmla="*/ 3285969 w 3285969"/>
              <a:gd name="csY6" fmla="*/ 407189 h 830997"/>
              <a:gd name="csX7" fmla="*/ 3285969 w 3285969"/>
              <a:gd name="csY7" fmla="*/ 830997 h 830997"/>
              <a:gd name="csX8" fmla="*/ 2628775 w 3285969"/>
              <a:gd name="csY8" fmla="*/ 830997 h 830997"/>
              <a:gd name="csX9" fmla="*/ 2037301 w 3285969"/>
              <a:gd name="csY9" fmla="*/ 830997 h 830997"/>
              <a:gd name="csX10" fmla="*/ 1314388 w 3285969"/>
              <a:gd name="csY10" fmla="*/ 830997 h 830997"/>
              <a:gd name="csX11" fmla="*/ 624334 w 3285969"/>
              <a:gd name="csY11" fmla="*/ 830997 h 830997"/>
              <a:gd name="csX12" fmla="*/ 0 w 3285969"/>
              <a:gd name="csY12" fmla="*/ 830997 h 830997"/>
              <a:gd name="csX13" fmla="*/ 0 w 3285969"/>
              <a:gd name="csY13" fmla="*/ 415499 h 830997"/>
              <a:gd name="csX14" fmla="*/ 0 w 3285969"/>
              <a:gd name="csY14" fmla="*/ 0 h 83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85969" h="830997" extrusionOk="0">
                <a:moveTo>
                  <a:pt x="0" y="0"/>
                </a:moveTo>
                <a:cubicBezTo>
                  <a:pt x="248664" y="-30881"/>
                  <a:pt x="411864" y="-22278"/>
                  <a:pt x="690053" y="0"/>
                </a:cubicBezTo>
                <a:cubicBezTo>
                  <a:pt x="968242" y="22278"/>
                  <a:pt x="1210566" y="16376"/>
                  <a:pt x="1380107" y="0"/>
                </a:cubicBezTo>
                <a:cubicBezTo>
                  <a:pt x="1549648" y="-16376"/>
                  <a:pt x="1872346" y="11505"/>
                  <a:pt x="2070160" y="0"/>
                </a:cubicBezTo>
                <a:cubicBezTo>
                  <a:pt x="2267974" y="-11505"/>
                  <a:pt x="2401578" y="27208"/>
                  <a:pt x="2694495" y="0"/>
                </a:cubicBezTo>
                <a:cubicBezTo>
                  <a:pt x="2987412" y="-27208"/>
                  <a:pt x="3147124" y="-1278"/>
                  <a:pt x="3285969" y="0"/>
                </a:cubicBezTo>
                <a:cubicBezTo>
                  <a:pt x="3274515" y="154219"/>
                  <a:pt x="3298542" y="253998"/>
                  <a:pt x="3285969" y="407189"/>
                </a:cubicBezTo>
                <a:cubicBezTo>
                  <a:pt x="3273396" y="560380"/>
                  <a:pt x="3267878" y="730648"/>
                  <a:pt x="3285969" y="830997"/>
                </a:cubicBezTo>
                <a:cubicBezTo>
                  <a:pt x="3154438" y="818781"/>
                  <a:pt x="2938801" y="803987"/>
                  <a:pt x="2628775" y="830997"/>
                </a:cubicBezTo>
                <a:cubicBezTo>
                  <a:pt x="2318749" y="858007"/>
                  <a:pt x="2238923" y="811612"/>
                  <a:pt x="2037301" y="830997"/>
                </a:cubicBezTo>
                <a:cubicBezTo>
                  <a:pt x="1835679" y="850382"/>
                  <a:pt x="1480448" y="865668"/>
                  <a:pt x="1314388" y="830997"/>
                </a:cubicBezTo>
                <a:cubicBezTo>
                  <a:pt x="1148328" y="796326"/>
                  <a:pt x="958117" y="856785"/>
                  <a:pt x="624334" y="830997"/>
                </a:cubicBezTo>
                <a:cubicBezTo>
                  <a:pt x="290551" y="805209"/>
                  <a:pt x="259537" y="836450"/>
                  <a:pt x="0" y="830997"/>
                </a:cubicBezTo>
                <a:cubicBezTo>
                  <a:pt x="8634" y="725277"/>
                  <a:pt x="4173" y="516397"/>
                  <a:pt x="0" y="415499"/>
                </a:cubicBezTo>
                <a:cubicBezTo>
                  <a:pt x="-4173" y="314601"/>
                  <a:pt x="-20672" y="142775"/>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Listeners in intergenerational storytelling are active participants who discover, decipher, and reconstruct fragmented stories, not passive recipients (Jones &amp; Ackerman, 2018)</a:t>
            </a:r>
            <a:endParaRPr lang="en-US" sz="1200">
              <a:solidFill>
                <a:srgbClr val="1F1F1F"/>
              </a:solidFill>
              <a:latin typeface="Calibri"/>
              <a:ea typeface="Calibri"/>
              <a:cs typeface="Calibri"/>
            </a:endParaRPr>
          </a:p>
        </p:txBody>
      </p:sp>
    </p:spTree>
    <p:extLst>
      <p:ext uri="{BB962C8B-B14F-4D97-AF65-F5344CB8AC3E}">
        <p14:creationId xmlns:p14="http://schemas.microsoft.com/office/powerpoint/2010/main" val="1877611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102"/>
          <p:cNvSpPr/>
          <p:nvPr/>
        </p:nvSpPr>
        <p:spPr>
          <a:xfrm>
            <a:off x="548640" y="365760"/>
            <a:ext cx="11091672" cy="566928"/>
          </a:xfrm>
          <a:prstGeom prst="rect">
            <a:avLst/>
          </a:prstGeom>
          <a:noFill/>
          <a:ln/>
        </p:spPr>
        <p:txBody>
          <a:bodyPr wrap="square" lIns="0" tIns="0" rIns="0" bIns="0" rtlCol="0" anchor="ctr"/>
          <a:lstStyle/>
          <a:p>
            <a:pPr marL="0" indent="0">
              <a:buNone/>
            </a:pPr>
            <a:r>
              <a:rPr lang="en-US" sz="3200" b="1">
                <a:solidFill>
                  <a:srgbClr val="2B2420"/>
                </a:solidFill>
                <a:latin typeface="Georgia"/>
                <a:cs typeface="Georgia"/>
              </a:rPr>
              <a:t>Audience &amp; Prior Attempts</a:t>
            </a:r>
          </a:p>
        </p:txBody>
      </p:sp>
      <p:sp>
        <p:nvSpPr>
          <p:cNvPr id="103" name="Text 104"/>
          <p:cNvSpPr/>
          <p:nvPr/>
        </p:nvSpPr>
        <p:spPr>
          <a:xfrm>
            <a:off x="548640" y="957174"/>
            <a:ext cx="7183825" cy="332130"/>
          </a:xfrm>
          <a:prstGeom prst="rect">
            <a:avLst/>
          </a:prstGeom>
          <a:noFill/>
          <a:ln/>
        </p:spPr>
        <p:txBody>
          <a:bodyPr wrap="square" lIns="0" tIns="0" rIns="0" bIns="0" rtlCol="0" anchor="ctr"/>
          <a:lstStyle/>
          <a:p>
            <a:pPr marL="0" indent="0">
              <a:buNone/>
            </a:pPr>
            <a:r>
              <a:rPr lang="en-US" sz="1500" i="1">
                <a:solidFill>
                  <a:srgbClr val="B5622A"/>
                </a:solidFill>
                <a:latin typeface="Helvetica"/>
                <a:cs typeface="Helvetica"/>
              </a:rPr>
              <a:t>Who we're designing for, and what already exists</a:t>
            </a:r>
          </a:p>
        </p:txBody>
      </p:sp>
      <p:sp>
        <p:nvSpPr>
          <p:cNvPr id="105" name="Text 106"/>
          <p:cNvSpPr/>
          <p:nvPr/>
        </p:nvSpPr>
        <p:spPr>
          <a:xfrm>
            <a:off x="548640" y="1496436"/>
            <a:ext cx="11091672" cy="320040"/>
          </a:xfrm>
          <a:prstGeom prst="rect">
            <a:avLst/>
          </a:prstGeom>
          <a:noFill/>
          <a:ln/>
        </p:spPr>
        <p:txBody>
          <a:bodyPr wrap="square" lIns="0" tIns="0" rIns="0" bIns="0" rtlCol="0" anchor="ctr"/>
          <a:lstStyle/>
          <a:p>
            <a:pPr marL="0" indent="0">
              <a:buNone/>
            </a:pPr>
            <a:r>
              <a:rPr lang="en-US" sz="1600" b="1" spc="150">
                <a:solidFill>
                  <a:srgbClr val="131313"/>
                </a:solidFill>
                <a:latin typeface="Helvetica"/>
                <a:cs typeface="Helvetica"/>
              </a:rPr>
              <a:t>WHO WE'RE DESIGNING FOR</a:t>
            </a:r>
          </a:p>
        </p:txBody>
      </p:sp>
      <p:sp>
        <p:nvSpPr>
          <p:cNvPr id="107" name="Text 108"/>
          <p:cNvSpPr/>
          <p:nvPr/>
        </p:nvSpPr>
        <p:spPr>
          <a:xfrm>
            <a:off x="548640" y="1888490"/>
            <a:ext cx="11091672" cy="300000"/>
          </a:xfrm>
          <a:prstGeom prst="rect">
            <a:avLst/>
          </a:prstGeom>
          <a:noFill/>
          <a:ln/>
        </p:spPr>
        <p:txBody>
          <a:bodyPr wrap="square" lIns="0" tIns="0" rIns="0" bIns="0" rtlCol="0" anchor="ctr"/>
          <a:lstStyle/>
          <a:p>
            <a:pPr marL="0" indent="0">
              <a:buNone/>
            </a:pPr>
            <a:r>
              <a:rPr lang="en-US" sz="1300">
                <a:solidFill>
                  <a:srgbClr val="444742"/>
                </a:solidFill>
                <a:latin typeface="Helvetica"/>
                <a:cs typeface="Helvetica"/>
              </a:rPr>
              <a:t>Groups with a shared endpoint — uni cohorts, sports teams, workmates, school friend groups</a:t>
            </a:r>
          </a:p>
        </p:txBody>
      </p:sp>
      <p:sp>
        <p:nvSpPr>
          <p:cNvPr id="109" name="Rounded Rectangle 110"/>
          <p:cNvSpPr/>
          <p:nvPr/>
        </p:nvSpPr>
        <p:spPr>
          <a:xfrm>
            <a:off x="548640"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SKILLS</a:t>
            </a:r>
          </a:p>
          <a:p>
            <a:pPr marL="0" indent="0" algn="ctr">
              <a:buNone/>
            </a:pPr>
            <a:r>
              <a:rPr lang="en-US" sz="1050">
                <a:solidFill>
                  <a:srgbClr val="FFFFFF"/>
                </a:solidFill>
                <a:latin typeface="Helvetica"/>
                <a:cs typeface="Helvetica"/>
              </a:rPr>
              <a:t>Phone-native. Already archive casually in camera rolls and group chats — but nobody owns the archive.</a:t>
            </a:r>
          </a:p>
        </p:txBody>
      </p:sp>
      <p:sp>
        <p:nvSpPr>
          <p:cNvPr id="111" name="Rounded Rectangle 112"/>
          <p:cNvSpPr/>
          <p:nvPr/>
        </p:nvSpPr>
        <p:spPr>
          <a:xfrm>
            <a:off x="3376558"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VALUES</a:t>
            </a:r>
          </a:p>
          <a:p>
            <a:pPr marL="0" indent="0" algn="ctr">
              <a:buNone/>
            </a:pPr>
            <a:r>
              <a:rPr lang="en-US" sz="1050">
                <a:solidFill>
                  <a:srgbClr val="FFFFFF"/>
                </a:solidFill>
                <a:latin typeface="Helvetica"/>
                <a:cs typeface="Helvetica"/>
              </a:rPr>
              <a:t>Shared history over solo reflection. The group's story matters more than a polished record.</a:t>
            </a:r>
          </a:p>
        </p:txBody>
      </p:sp>
      <p:sp>
        <p:nvSpPr>
          <p:cNvPr id="113" name="Rounded Rectangle 114"/>
          <p:cNvSpPr/>
          <p:nvPr/>
        </p:nvSpPr>
        <p:spPr>
          <a:xfrm>
            <a:off x="6204476"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WORKFLOWS</a:t>
            </a:r>
          </a:p>
          <a:p>
            <a:pPr marL="0" indent="0" algn="ctr">
              <a:buNone/>
            </a:pPr>
            <a:r>
              <a:rPr lang="en-US" sz="1050">
                <a:solidFill>
                  <a:srgbClr val="FFFFFF"/>
                </a:solidFill>
                <a:latin typeface="Helvetica"/>
                <a:cs typeface="Helvetica"/>
              </a:rPr>
              <a:t>Memory-keeping is spontaneous and scattered, only sorted out when storage runs out.</a:t>
            </a:r>
          </a:p>
        </p:txBody>
      </p:sp>
      <p:sp>
        <p:nvSpPr>
          <p:cNvPr id="115" name="Rounded Rectangle 116"/>
          <p:cNvSpPr/>
          <p:nvPr/>
        </p:nvSpPr>
        <p:spPr>
          <a:xfrm>
            <a:off x="9032394"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PRIORITIES</a:t>
            </a:r>
          </a:p>
          <a:p>
            <a:pPr marL="0" indent="0" algn="ctr">
              <a:buNone/>
            </a:pPr>
            <a:r>
              <a:rPr lang="en-US" sz="1050">
                <a:solidFill>
                  <a:srgbClr val="FFFFFF"/>
                </a:solidFill>
                <a:latin typeface="Helvetica"/>
                <a:cs typeface="Helvetica"/>
              </a:rPr>
              <a:t>Low effort now, high payoff later. Wants a reason — and a date — to come back together.</a:t>
            </a:r>
          </a:p>
        </p:txBody>
      </p:sp>
      <p:sp>
        <p:nvSpPr>
          <p:cNvPr id="117" name="Text 118"/>
          <p:cNvSpPr/>
          <p:nvPr/>
        </p:nvSpPr>
        <p:spPr>
          <a:xfrm>
            <a:off x="548640" y="4210000"/>
            <a:ext cx="11091672" cy="320040"/>
          </a:xfrm>
          <a:prstGeom prst="rect">
            <a:avLst/>
          </a:prstGeom>
          <a:noFill/>
          <a:ln/>
        </p:spPr>
        <p:txBody>
          <a:bodyPr wrap="square" lIns="0" tIns="0" rIns="0" bIns="0" rtlCol="0" anchor="ctr"/>
          <a:lstStyle/>
          <a:p>
            <a:r>
              <a:rPr lang="en-US" sz="1600" b="1" spc="150">
                <a:solidFill>
                  <a:srgbClr val="131313"/>
                </a:solidFill>
                <a:latin typeface="Helvetica"/>
                <a:cs typeface="Helvetica"/>
              </a:rPr>
              <a:t>WHAT ALREADY EXISTS </a:t>
            </a:r>
          </a:p>
        </p:txBody>
      </p:sp>
      <p:sp>
        <p:nvSpPr>
          <p:cNvPr id="119" name="Rounded Rectangle 120"/>
          <p:cNvSpPr/>
          <p:nvPr/>
        </p:nvSpPr>
        <p:spPr>
          <a:xfrm>
            <a:off x="548640"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OpenItLater</a:t>
            </a:r>
          </a:p>
          <a:p>
            <a:pPr marL="0" indent="0" algn="ctr">
              <a:buNone/>
            </a:pPr>
            <a:r>
              <a:rPr lang="en-US" sz="950">
                <a:solidFill>
                  <a:srgbClr val="5A5249"/>
                </a:solidFill>
                <a:latin typeface="Helvetica"/>
                <a:cs typeface="Helvetica"/>
              </a:rPr>
              <a:t>Web only. Text messages that unlock on a set date</a:t>
            </a:r>
          </a:p>
        </p:txBody>
      </p:sp>
      <p:sp>
        <p:nvSpPr>
          <p:cNvPr id="121" name="Rounded Rectangle 122"/>
          <p:cNvSpPr/>
          <p:nvPr/>
        </p:nvSpPr>
        <p:spPr>
          <a:xfrm>
            <a:off x="2806974"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Timecapsule.com</a:t>
            </a:r>
          </a:p>
          <a:p>
            <a:pPr marL="0" indent="0" algn="ctr">
              <a:buNone/>
            </a:pPr>
            <a:r>
              <a:rPr lang="en-US" sz="950">
                <a:solidFill>
                  <a:srgbClr val="5A5249"/>
                </a:solidFill>
                <a:latin typeface="Helvetica"/>
                <a:cs typeface="Helvetica"/>
              </a:rPr>
              <a:t>Physical keepsake capsules sold as gifts</a:t>
            </a:r>
          </a:p>
        </p:txBody>
      </p:sp>
      <p:sp>
        <p:nvSpPr>
          <p:cNvPr id="123" name="Rounded Rectangle 124"/>
          <p:cNvSpPr/>
          <p:nvPr/>
        </p:nvSpPr>
        <p:spPr>
          <a:xfrm>
            <a:off x="5065308"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Capsuled</a:t>
            </a:r>
          </a:p>
          <a:p>
            <a:pPr marL="0" indent="0" algn="ctr">
              <a:buNone/>
            </a:pPr>
            <a:r>
              <a:rPr lang="en-US" sz="950">
                <a:solidFill>
                  <a:srgbClr val="5A5249"/>
                </a:solidFill>
                <a:latin typeface="Helvetica"/>
                <a:cs typeface="Helvetica"/>
              </a:rPr>
              <a:t>App. Sealed photo &amp; video capsules, no edits once sent</a:t>
            </a:r>
          </a:p>
        </p:txBody>
      </p:sp>
      <p:sp>
        <p:nvSpPr>
          <p:cNvPr id="125" name="Rounded Rectangle 126"/>
          <p:cNvSpPr/>
          <p:nvPr/>
        </p:nvSpPr>
        <p:spPr>
          <a:xfrm>
            <a:off x="7323642"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PersonalCapsule</a:t>
            </a:r>
          </a:p>
          <a:p>
            <a:pPr marL="0" indent="0" algn="ctr">
              <a:buNone/>
            </a:pPr>
            <a:r>
              <a:rPr lang="en-US" sz="950">
                <a:solidFill>
                  <a:srgbClr val="5A5249"/>
                </a:solidFill>
                <a:latin typeface="Helvetica"/>
                <a:cs typeface="Helvetica"/>
              </a:rPr>
              <a:t>Private iPhone vault. Letters, photos, voice notes</a:t>
            </a:r>
          </a:p>
        </p:txBody>
      </p:sp>
      <p:sp>
        <p:nvSpPr>
          <p:cNvPr id="127" name="Rounded Rectangle 128"/>
          <p:cNvSpPr/>
          <p:nvPr/>
        </p:nvSpPr>
        <p:spPr>
          <a:xfrm>
            <a:off x="9581976"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Day One</a:t>
            </a:r>
          </a:p>
          <a:p>
            <a:pPr marL="0" indent="0" algn="ctr">
              <a:buNone/>
            </a:pPr>
            <a:r>
              <a:rPr lang="en-US" sz="950">
                <a:solidFill>
                  <a:srgbClr val="5A5249"/>
                </a:solidFill>
                <a:latin typeface="Helvetica"/>
                <a:cs typeface="Helvetica"/>
              </a:rPr>
              <a:t>Journalling app. Shared journals, but always open</a:t>
            </a:r>
          </a:p>
        </p:txBody>
      </p:sp>
      <p:sp>
        <p:nvSpPr>
          <p:cNvPr id="129" name="Text 130"/>
          <p:cNvSpPr/>
          <p:nvPr/>
        </p:nvSpPr>
        <p:spPr>
          <a:xfrm>
            <a:off x="548640" y="6537960"/>
            <a:ext cx="11091672" cy="274320"/>
          </a:xfrm>
          <a:prstGeom prst="rect">
            <a:avLst/>
          </a:prstGeom>
          <a:noFill/>
          <a:ln/>
        </p:spPr>
        <p:txBody>
          <a:bodyPr wrap="square" lIns="0" tIns="0" rIns="0" bIns="0" rtlCol="0" anchor="ctr"/>
          <a:lstStyle/>
          <a:p>
            <a:pPr marL="0" indent="0">
              <a:buNone/>
            </a:pPr>
            <a:r>
              <a:rPr lang="en-US" sz="1050" i="1">
                <a:solidFill>
                  <a:srgbClr val="6B6259"/>
                </a:solidFill>
                <a:latin typeface="Georgia"/>
                <a:cs typeface="Georgia"/>
              </a:rPr>
              <a:t>Common pattern across all five: a capsule is sealed until a date, then authored and opened by one person.</a:t>
            </a:r>
          </a:p>
        </p:txBody>
      </p:sp>
      <p:cxnSp>
        <p:nvCxnSpPr>
          <p:cNvPr id="131" name="Straight Connector 132"/>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3" name="Straight Connector 134"/>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9626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Text 0">
            <a:extLst>
              <a:ext uri="{FF2B5EF4-FFF2-40B4-BE49-F238E27FC236}">
                <a16:creationId xmlns:a16="http://schemas.microsoft.com/office/drawing/2014/main" id="{F8C41DC0-E5DF-EC5E-E82F-9F6429D79DA0}"/>
              </a:ext>
            </a:extLst>
          </p:cNvPr>
          <p:cNvSpPr/>
          <p:nvPr/>
        </p:nvSpPr>
        <p:spPr>
          <a:xfrm>
            <a:off x="548640" y="411480"/>
            <a:ext cx="11064240" cy="8229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400" b="1">
                <a:solidFill>
                  <a:srgbClr val="1A1A1A"/>
                </a:solidFill>
                <a:latin typeface="Georgia" pitchFamily="34" charset="0"/>
                <a:ea typeface="Georgia" pitchFamily="34" charset="-122"/>
                <a:cs typeface="Georgia" pitchFamily="34" charset="-120"/>
              </a:rPr>
              <a:t>Plan of Work &amp; Methods</a:t>
            </a:r>
            <a:endParaRPr lang="en-US" sz="3400"/>
          </a:p>
        </p:txBody>
      </p:sp>
      <p:sp>
        <p:nvSpPr>
          <p:cNvPr id="32" name="Text 1">
            <a:extLst>
              <a:ext uri="{FF2B5EF4-FFF2-40B4-BE49-F238E27FC236}">
                <a16:creationId xmlns:a16="http://schemas.microsoft.com/office/drawing/2014/main" id="{466B9E35-211B-BD86-A6C4-D7A34BA6BABB}"/>
              </a:ext>
            </a:extLst>
          </p:cNvPr>
          <p:cNvSpPr/>
          <p:nvPr/>
        </p:nvSpPr>
        <p:spPr>
          <a:xfrm>
            <a:off x="548640" y="1078992"/>
            <a:ext cx="11064240" cy="3657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i="1">
                <a:solidFill>
                  <a:srgbClr val="5C5C5C"/>
                </a:solidFill>
                <a:latin typeface="Helvetica" pitchFamily="34" charset="0"/>
                <a:ea typeface="Helvetica" pitchFamily="34" charset="-122"/>
                <a:cs typeface="Helvetica" pitchFamily="34" charset="-120"/>
              </a:rPr>
              <a:t>What we still need to find out, and how we'll investigate it</a:t>
            </a:r>
            <a:endParaRPr lang="en-US" sz="1500"/>
          </a:p>
        </p:txBody>
      </p:sp>
      <p:sp>
        <p:nvSpPr>
          <p:cNvPr id="33" name="Text 2">
            <a:extLst>
              <a:ext uri="{FF2B5EF4-FFF2-40B4-BE49-F238E27FC236}">
                <a16:creationId xmlns:a16="http://schemas.microsoft.com/office/drawing/2014/main" id="{7A8C5ED4-7F4F-6733-46EF-6E0341AA0F49}"/>
              </a:ext>
            </a:extLst>
          </p:cNvPr>
          <p:cNvSpPr/>
          <p:nvPr/>
        </p:nvSpPr>
        <p:spPr>
          <a:xfrm>
            <a:off x="548640" y="1783080"/>
            <a:ext cx="5257800" cy="3657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kern="0" spc="150">
                <a:solidFill>
                  <a:srgbClr val="B5622B"/>
                </a:solidFill>
                <a:latin typeface="Helvetica" pitchFamily="34" charset="0"/>
                <a:ea typeface="Helvetica" pitchFamily="34" charset="-122"/>
                <a:cs typeface="Helvetica" pitchFamily="34" charset="-120"/>
              </a:rPr>
              <a:t>STILL TO FIGURE OUT</a:t>
            </a:r>
            <a:endParaRPr lang="en-US" sz="1300"/>
          </a:p>
        </p:txBody>
      </p:sp>
      <p:sp>
        <p:nvSpPr>
          <p:cNvPr id="34" name="Text 3">
            <a:extLst>
              <a:ext uri="{FF2B5EF4-FFF2-40B4-BE49-F238E27FC236}">
                <a16:creationId xmlns:a16="http://schemas.microsoft.com/office/drawing/2014/main" id="{38295086-F2F9-C6DD-B89B-563F3C0A1CAA}"/>
              </a:ext>
            </a:extLst>
          </p:cNvPr>
          <p:cNvSpPr/>
          <p:nvPr/>
        </p:nvSpPr>
        <p:spPr>
          <a:xfrm>
            <a:off x="6263640" y="1783080"/>
            <a:ext cx="5257800" cy="3657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kern="0" spc="150">
                <a:solidFill>
                  <a:srgbClr val="B5622B"/>
                </a:solidFill>
                <a:latin typeface="Helvetica" pitchFamily="34" charset="0"/>
                <a:ea typeface="Helvetica" pitchFamily="34" charset="-122"/>
                <a:cs typeface="Helvetica" pitchFamily="34" charset="-120"/>
              </a:rPr>
              <a:t>HOW WE'LL INVESTIGATE IT</a:t>
            </a:r>
            <a:endParaRPr lang="en-US" sz="1300"/>
          </a:p>
        </p:txBody>
      </p:sp>
      <p:sp>
        <p:nvSpPr>
          <p:cNvPr id="35" name="Text 4">
            <a:extLst>
              <a:ext uri="{FF2B5EF4-FFF2-40B4-BE49-F238E27FC236}">
                <a16:creationId xmlns:a16="http://schemas.microsoft.com/office/drawing/2014/main" id="{F84F0AFD-4CDD-E5AC-81C6-EE4DE0890866}"/>
              </a:ext>
            </a:extLst>
          </p:cNvPr>
          <p:cNvSpPr/>
          <p:nvPr/>
        </p:nvSpPr>
        <p:spPr>
          <a:xfrm>
            <a:off x="570726" y="2284453"/>
            <a:ext cx="5235714" cy="211504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Which concept direction fits real groups</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Nostalgia vs. reflective-memory framing</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Will groups commit to a future “vow to return”?</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How our gap differs from existing solo-focused tools</a:t>
            </a:r>
            <a:endParaRPr lang="en-US" sz="1600"/>
          </a:p>
        </p:txBody>
      </p:sp>
      <p:sp>
        <p:nvSpPr>
          <p:cNvPr id="36" name="Text 5">
            <a:extLst>
              <a:ext uri="{FF2B5EF4-FFF2-40B4-BE49-F238E27FC236}">
                <a16:creationId xmlns:a16="http://schemas.microsoft.com/office/drawing/2014/main" id="{5807A84B-5973-1870-E205-7325E52EB97F}"/>
              </a:ext>
            </a:extLst>
          </p:cNvPr>
          <p:cNvSpPr/>
          <p:nvPr/>
        </p:nvSpPr>
        <p:spPr>
          <a:xfrm>
            <a:off x="6263640" y="2284453"/>
            <a:ext cx="5246757" cy="197148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spcAft>
                <a:spcPts val="1400"/>
              </a:spcAft>
              <a:buSzPct val="100000"/>
              <a:buChar char="•"/>
            </a:pPr>
            <a:r>
              <a:rPr lang="en-US" sz="1600">
                <a:solidFill>
                  <a:srgbClr val="1A1A1A"/>
                </a:solidFill>
                <a:latin typeface="Helvetica"/>
                <a:ea typeface="Helvetica" pitchFamily="34" charset="-122"/>
                <a:cs typeface="Helvetica"/>
              </a:rPr>
              <a:t>Competitor teardown (3 existing tools)</a:t>
            </a:r>
            <a:endParaRPr lang="en-US" sz="1600">
              <a:latin typeface="Helvetica"/>
              <a:cs typeface="Helvetica"/>
            </a:endParaRPr>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User interviews across group types</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Converge on one concept direction</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Low-fidelity prototype + small test</a:t>
            </a:r>
            <a:endParaRPr lang="en-US" sz="1600"/>
          </a:p>
        </p:txBody>
      </p:sp>
      <p:sp>
        <p:nvSpPr>
          <p:cNvPr id="37" name="Shape 6">
            <a:extLst>
              <a:ext uri="{FF2B5EF4-FFF2-40B4-BE49-F238E27FC236}">
                <a16:creationId xmlns:a16="http://schemas.microsoft.com/office/drawing/2014/main" id="{9FEEB92E-E481-1B23-775D-608CA98368E2}"/>
              </a:ext>
            </a:extLst>
          </p:cNvPr>
          <p:cNvSpPr/>
          <p:nvPr/>
        </p:nvSpPr>
        <p:spPr>
          <a:xfrm>
            <a:off x="6080760" y="2286000"/>
            <a:ext cx="0" cy="2606040"/>
          </a:xfrm>
          <a:prstGeom prst="line">
            <a:avLst/>
          </a:prstGeom>
          <a:noFill/>
          <a:ln w="12700">
            <a:solidFill>
              <a:srgbClr val="E4E4E4"/>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Text 7">
            <a:extLst>
              <a:ext uri="{FF2B5EF4-FFF2-40B4-BE49-F238E27FC236}">
                <a16:creationId xmlns:a16="http://schemas.microsoft.com/office/drawing/2014/main" id="{8D9A230D-5C5B-DD36-4671-1F687DAEA454}"/>
              </a:ext>
            </a:extLst>
          </p:cNvPr>
          <p:cNvSpPr/>
          <p:nvPr/>
        </p:nvSpPr>
        <p:spPr>
          <a:xfrm>
            <a:off x="736379" y="4890273"/>
            <a:ext cx="1828800" cy="292608"/>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150">
                <a:solidFill>
                  <a:srgbClr val="5C5C5C"/>
                </a:solidFill>
                <a:latin typeface="Helvetica" pitchFamily="34" charset="0"/>
                <a:ea typeface="Helvetica" pitchFamily="34" charset="-122"/>
                <a:cs typeface="Helvetica" pitchFamily="34" charset="-120"/>
              </a:rPr>
              <a:t>TIMELINE</a:t>
            </a:r>
            <a:endParaRPr lang="en-US" sz="1200"/>
          </a:p>
        </p:txBody>
      </p:sp>
      <p:sp>
        <p:nvSpPr>
          <p:cNvPr id="39" name="Shape 8">
            <a:extLst>
              <a:ext uri="{FF2B5EF4-FFF2-40B4-BE49-F238E27FC236}">
                <a16:creationId xmlns:a16="http://schemas.microsoft.com/office/drawing/2014/main" id="{5716140E-B5D4-A303-B465-22550FB6FA04}"/>
              </a:ext>
            </a:extLst>
          </p:cNvPr>
          <p:cNvSpPr/>
          <p:nvPr/>
        </p:nvSpPr>
        <p:spPr>
          <a:xfrm>
            <a:off x="832678" y="5310897"/>
            <a:ext cx="109728" cy="109728"/>
          </a:xfrm>
          <a:prstGeom prst="ellipse">
            <a:avLst/>
          </a:prstGeom>
          <a:solidFill>
            <a:srgbClr val="B5622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Shape 9">
            <a:extLst>
              <a:ext uri="{FF2B5EF4-FFF2-40B4-BE49-F238E27FC236}">
                <a16:creationId xmlns:a16="http://schemas.microsoft.com/office/drawing/2014/main" id="{547AB113-2727-D79A-C401-BC5D91BDF6DA}"/>
              </a:ext>
            </a:extLst>
          </p:cNvPr>
          <p:cNvSpPr/>
          <p:nvPr/>
        </p:nvSpPr>
        <p:spPr>
          <a:xfrm>
            <a:off x="942406" y="5365761"/>
            <a:ext cx="2103120" cy="0"/>
          </a:xfrm>
          <a:prstGeom prst="line">
            <a:avLst/>
          </a:prstGeom>
          <a:noFill/>
          <a:ln w="19050">
            <a:solidFill>
              <a:srgbClr val="E4E4E4"/>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Text 10">
            <a:extLst>
              <a:ext uri="{FF2B5EF4-FFF2-40B4-BE49-F238E27FC236}">
                <a16:creationId xmlns:a16="http://schemas.microsoft.com/office/drawing/2014/main" id="{0F27E5C8-63A5-77B2-857A-2CA995A0466E}"/>
              </a:ext>
            </a:extLst>
          </p:cNvPr>
          <p:cNvSpPr/>
          <p:nvPr/>
        </p:nvSpPr>
        <p:spPr>
          <a:xfrm>
            <a:off x="741238" y="5475489"/>
            <a:ext cx="2212848" cy="25603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5–7</a:t>
            </a:r>
            <a:endParaRPr lang="en-US" sz="1250"/>
          </a:p>
        </p:txBody>
      </p:sp>
      <p:sp>
        <p:nvSpPr>
          <p:cNvPr id="42" name="Text 11">
            <a:extLst>
              <a:ext uri="{FF2B5EF4-FFF2-40B4-BE49-F238E27FC236}">
                <a16:creationId xmlns:a16="http://schemas.microsoft.com/office/drawing/2014/main" id="{6B81AF98-FB63-61A8-0179-0C946E02B248}"/>
              </a:ext>
            </a:extLst>
          </p:cNvPr>
          <p:cNvSpPr/>
          <p:nvPr/>
        </p:nvSpPr>
        <p:spPr>
          <a:xfrm>
            <a:off x="741238" y="5713233"/>
            <a:ext cx="2304288" cy="5943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Interviews + converge on concept</a:t>
            </a:r>
            <a:endParaRPr lang="en-US" sz="1000"/>
          </a:p>
        </p:txBody>
      </p:sp>
      <p:sp>
        <p:nvSpPr>
          <p:cNvPr id="43" name="Shape 12">
            <a:extLst>
              <a:ext uri="{FF2B5EF4-FFF2-40B4-BE49-F238E27FC236}">
                <a16:creationId xmlns:a16="http://schemas.microsoft.com/office/drawing/2014/main" id="{AF3F1C45-73AC-745C-6CA2-A08662300F43}"/>
              </a:ext>
            </a:extLst>
          </p:cNvPr>
          <p:cNvSpPr/>
          <p:nvPr/>
        </p:nvSpPr>
        <p:spPr>
          <a:xfrm>
            <a:off x="3045526" y="5310897"/>
            <a:ext cx="109728" cy="109728"/>
          </a:xfrm>
          <a:prstGeom prst="ellipse">
            <a:avLst/>
          </a:prstGeom>
          <a:solidFill>
            <a:srgbClr val="B5622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Shape 13">
            <a:extLst>
              <a:ext uri="{FF2B5EF4-FFF2-40B4-BE49-F238E27FC236}">
                <a16:creationId xmlns:a16="http://schemas.microsoft.com/office/drawing/2014/main" id="{E156B09E-B3D3-9C8F-6BBF-5D06708F2BF9}"/>
              </a:ext>
            </a:extLst>
          </p:cNvPr>
          <p:cNvSpPr/>
          <p:nvPr/>
        </p:nvSpPr>
        <p:spPr>
          <a:xfrm>
            <a:off x="3155254" y="5365761"/>
            <a:ext cx="2103120" cy="0"/>
          </a:xfrm>
          <a:prstGeom prst="line">
            <a:avLst/>
          </a:prstGeom>
          <a:noFill/>
          <a:ln w="19050">
            <a:solidFill>
              <a:srgbClr val="E4E4E4"/>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Text 14">
            <a:extLst>
              <a:ext uri="{FF2B5EF4-FFF2-40B4-BE49-F238E27FC236}">
                <a16:creationId xmlns:a16="http://schemas.microsoft.com/office/drawing/2014/main" id="{7CC87E2C-79BB-1C6F-7C6C-611F30CF2D4B}"/>
              </a:ext>
            </a:extLst>
          </p:cNvPr>
          <p:cNvSpPr/>
          <p:nvPr/>
        </p:nvSpPr>
        <p:spPr>
          <a:xfrm>
            <a:off x="2954086" y="5475489"/>
            <a:ext cx="2212848" cy="25603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7–8</a:t>
            </a:r>
            <a:endParaRPr lang="en-US" sz="1250"/>
          </a:p>
        </p:txBody>
      </p:sp>
      <p:sp>
        <p:nvSpPr>
          <p:cNvPr id="46" name="Text 15">
            <a:extLst>
              <a:ext uri="{FF2B5EF4-FFF2-40B4-BE49-F238E27FC236}">
                <a16:creationId xmlns:a16="http://schemas.microsoft.com/office/drawing/2014/main" id="{CAD74478-A5A6-EA2C-6967-07171B95BA10}"/>
              </a:ext>
            </a:extLst>
          </p:cNvPr>
          <p:cNvSpPr/>
          <p:nvPr/>
        </p:nvSpPr>
        <p:spPr>
          <a:xfrm>
            <a:off x="2954086" y="5713233"/>
            <a:ext cx="2304288" cy="5943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Requirements + low-fi prototype</a:t>
            </a:r>
            <a:endParaRPr lang="en-US" sz="1000"/>
          </a:p>
        </p:txBody>
      </p:sp>
      <p:sp>
        <p:nvSpPr>
          <p:cNvPr id="47" name="Shape 16">
            <a:extLst>
              <a:ext uri="{FF2B5EF4-FFF2-40B4-BE49-F238E27FC236}">
                <a16:creationId xmlns:a16="http://schemas.microsoft.com/office/drawing/2014/main" id="{BD0139DD-A350-9848-41D4-10278827C7F8}"/>
              </a:ext>
            </a:extLst>
          </p:cNvPr>
          <p:cNvSpPr/>
          <p:nvPr/>
        </p:nvSpPr>
        <p:spPr>
          <a:xfrm>
            <a:off x="5258374" y="5310897"/>
            <a:ext cx="109728" cy="109728"/>
          </a:xfrm>
          <a:prstGeom prst="ellipse">
            <a:avLst/>
          </a:prstGeom>
          <a:solidFill>
            <a:srgbClr val="B5622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Shape 17">
            <a:extLst>
              <a:ext uri="{FF2B5EF4-FFF2-40B4-BE49-F238E27FC236}">
                <a16:creationId xmlns:a16="http://schemas.microsoft.com/office/drawing/2014/main" id="{A0D7D478-50C4-33FC-45AC-F0889CC30A75}"/>
              </a:ext>
            </a:extLst>
          </p:cNvPr>
          <p:cNvSpPr/>
          <p:nvPr/>
        </p:nvSpPr>
        <p:spPr>
          <a:xfrm>
            <a:off x="5368102" y="5365761"/>
            <a:ext cx="2103120" cy="0"/>
          </a:xfrm>
          <a:prstGeom prst="line">
            <a:avLst/>
          </a:prstGeom>
          <a:noFill/>
          <a:ln w="19050">
            <a:solidFill>
              <a:srgbClr val="E4E4E4"/>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Text 18">
            <a:extLst>
              <a:ext uri="{FF2B5EF4-FFF2-40B4-BE49-F238E27FC236}">
                <a16:creationId xmlns:a16="http://schemas.microsoft.com/office/drawing/2014/main" id="{31FADC0D-2A06-E395-180D-237106882245}"/>
              </a:ext>
            </a:extLst>
          </p:cNvPr>
          <p:cNvSpPr/>
          <p:nvPr/>
        </p:nvSpPr>
        <p:spPr>
          <a:xfrm>
            <a:off x="5166934" y="5475489"/>
            <a:ext cx="2212848" cy="25603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9</a:t>
            </a:r>
            <a:endParaRPr lang="en-US" sz="1250"/>
          </a:p>
        </p:txBody>
      </p:sp>
      <p:sp>
        <p:nvSpPr>
          <p:cNvPr id="50" name="Text 19">
            <a:extLst>
              <a:ext uri="{FF2B5EF4-FFF2-40B4-BE49-F238E27FC236}">
                <a16:creationId xmlns:a16="http://schemas.microsoft.com/office/drawing/2014/main" id="{9B0973DF-7BC6-EADF-08F3-F5CD2731F1BF}"/>
              </a:ext>
            </a:extLst>
          </p:cNvPr>
          <p:cNvSpPr/>
          <p:nvPr/>
        </p:nvSpPr>
        <p:spPr>
          <a:xfrm>
            <a:off x="5166934" y="5713233"/>
            <a:ext cx="2304288" cy="5943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Stand-up: research, prototype, first testing</a:t>
            </a:r>
            <a:endParaRPr lang="en-US" sz="1000"/>
          </a:p>
        </p:txBody>
      </p:sp>
      <p:sp>
        <p:nvSpPr>
          <p:cNvPr id="51" name="Shape 20">
            <a:extLst>
              <a:ext uri="{FF2B5EF4-FFF2-40B4-BE49-F238E27FC236}">
                <a16:creationId xmlns:a16="http://schemas.microsoft.com/office/drawing/2014/main" id="{64B32427-A643-AF52-C95F-DC87B5A5D74C}"/>
              </a:ext>
            </a:extLst>
          </p:cNvPr>
          <p:cNvSpPr/>
          <p:nvPr/>
        </p:nvSpPr>
        <p:spPr>
          <a:xfrm>
            <a:off x="7471222" y="5310897"/>
            <a:ext cx="109728" cy="109728"/>
          </a:xfrm>
          <a:prstGeom prst="ellipse">
            <a:avLst/>
          </a:prstGeom>
          <a:solidFill>
            <a:srgbClr val="B5622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Shape 21">
            <a:extLst>
              <a:ext uri="{FF2B5EF4-FFF2-40B4-BE49-F238E27FC236}">
                <a16:creationId xmlns:a16="http://schemas.microsoft.com/office/drawing/2014/main" id="{C44CBD79-A4E8-247C-1391-90578682C46D}"/>
              </a:ext>
            </a:extLst>
          </p:cNvPr>
          <p:cNvSpPr/>
          <p:nvPr/>
        </p:nvSpPr>
        <p:spPr>
          <a:xfrm>
            <a:off x="7580950" y="5365761"/>
            <a:ext cx="2103120" cy="0"/>
          </a:xfrm>
          <a:prstGeom prst="line">
            <a:avLst/>
          </a:prstGeom>
          <a:noFill/>
          <a:ln w="19050">
            <a:solidFill>
              <a:srgbClr val="E4E4E4"/>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Text 22">
            <a:extLst>
              <a:ext uri="{FF2B5EF4-FFF2-40B4-BE49-F238E27FC236}">
                <a16:creationId xmlns:a16="http://schemas.microsoft.com/office/drawing/2014/main" id="{5E9E81FA-E371-2AAA-4372-E74E25509900}"/>
              </a:ext>
            </a:extLst>
          </p:cNvPr>
          <p:cNvSpPr/>
          <p:nvPr/>
        </p:nvSpPr>
        <p:spPr>
          <a:xfrm>
            <a:off x="7379782" y="5475489"/>
            <a:ext cx="2212848" cy="25603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10–12</a:t>
            </a:r>
            <a:endParaRPr lang="en-US" sz="1250"/>
          </a:p>
        </p:txBody>
      </p:sp>
      <p:sp>
        <p:nvSpPr>
          <p:cNvPr id="54" name="Text 23">
            <a:extLst>
              <a:ext uri="{FF2B5EF4-FFF2-40B4-BE49-F238E27FC236}">
                <a16:creationId xmlns:a16="http://schemas.microsoft.com/office/drawing/2014/main" id="{E87BAC48-6EAC-9830-2C2D-3E246E6D33A7}"/>
              </a:ext>
            </a:extLst>
          </p:cNvPr>
          <p:cNvSpPr/>
          <p:nvPr/>
        </p:nvSpPr>
        <p:spPr>
          <a:xfrm>
            <a:off x="7379782" y="5713233"/>
            <a:ext cx="2304288" cy="5943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Build + refine, prep poster/pitch</a:t>
            </a:r>
            <a:endParaRPr lang="en-US" sz="1000"/>
          </a:p>
        </p:txBody>
      </p:sp>
      <p:sp>
        <p:nvSpPr>
          <p:cNvPr id="55" name="Shape 24">
            <a:extLst>
              <a:ext uri="{FF2B5EF4-FFF2-40B4-BE49-F238E27FC236}">
                <a16:creationId xmlns:a16="http://schemas.microsoft.com/office/drawing/2014/main" id="{AB3AC6F2-3E02-7BB0-0D0D-A290FE448675}"/>
              </a:ext>
            </a:extLst>
          </p:cNvPr>
          <p:cNvSpPr/>
          <p:nvPr/>
        </p:nvSpPr>
        <p:spPr>
          <a:xfrm>
            <a:off x="9684070" y="5310897"/>
            <a:ext cx="109728" cy="109728"/>
          </a:xfrm>
          <a:prstGeom prst="ellipse">
            <a:avLst/>
          </a:prstGeom>
          <a:solidFill>
            <a:srgbClr val="B5622B"/>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Text 25">
            <a:extLst>
              <a:ext uri="{FF2B5EF4-FFF2-40B4-BE49-F238E27FC236}">
                <a16:creationId xmlns:a16="http://schemas.microsoft.com/office/drawing/2014/main" id="{C03E392A-C90D-CCC5-484A-57BC12DF208B}"/>
              </a:ext>
            </a:extLst>
          </p:cNvPr>
          <p:cNvSpPr/>
          <p:nvPr/>
        </p:nvSpPr>
        <p:spPr>
          <a:xfrm>
            <a:off x="9592630" y="5475489"/>
            <a:ext cx="2212848" cy="25603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13</a:t>
            </a:r>
            <a:endParaRPr lang="en-US" sz="1250"/>
          </a:p>
        </p:txBody>
      </p:sp>
      <p:sp>
        <p:nvSpPr>
          <p:cNvPr id="57" name="Text 26">
            <a:extLst>
              <a:ext uri="{FF2B5EF4-FFF2-40B4-BE49-F238E27FC236}">
                <a16:creationId xmlns:a16="http://schemas.microsoft.com/office/drawing/2014/main" id="{9DF2D19F-FA26-DB0F-B189-330C6118E775}"/>
              </a:ext>
            </a:extLst>
          </p:cNvPr>
          <p:cNvSpPr/>
          <p:nvPr/>
        </p:nvSpPr>
        <p:spPr>
          <a:xfrm>
            <a:off x="9592630" y="5713233"/>
            <a:ext cx="2304288" cy="59436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Final documentation submitted</a:t>
            </a:r>
            <a:endParaRPr lang="en-US" sz="1000"/>
          </a:p>
        </p:txBody>
      </p:sp>
      <p:cxnSp>
        <p:nvCxnSpPr>
          <p:cNvPr id="59" name="Straight Connector 132">
            <a:extLst>
              <a:ext uri="{FF2B5EF4-FFF2-40B4-BE49-F238E27FC236}">
                <a16:creationId xmlns:a16="http://schemas.microsoft.com/office/drawing/2014/main" id="{7A4D338F-0F4C-0FA0-07CF-BD9553731C78}"/>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134">
            <a:extLst>
              <a:ext uri="{FF2B5EF4-FFF2-40B4-BE49-F238E27FC236}">
                <a16:creationId xmlns:a16="http://schemas.microsoft.com/office/drawing/2014/main" id="{12D12214-2270-7357-D663-7F407559AC8E}"/>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914343"/>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6</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Orange Experience</vt:lpstr>
      <vt:lpstr>Supporting Social Relationships Through Nostalgia And Reminiscence</vt:lpstr>
      <vt:lpstr>Who are we </vt:lpstr>
      <vt:lpstr>PowerPoint Presentation</vt:lpstr>
      <vt:lpstr>Design opportunities, concepts backed by research</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 Mahakumbura</dc:creator>
  <cp:revision>1</cp:revision>
  <dcterms:created xsi:type="dcterms:W3CDTF">2026-08-20T09:46:30Z</dcterms:created>
  <dcterms:modified xsi:type="dcterms:W3CDTF">2026-08-24T11:18:42Z</dcterms:modified>
</cp:coreProperties>
</file>