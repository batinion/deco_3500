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4" r:id="rId1"/>
  </p:sldMasterIdLst>
  <p:notesMasterIdLst>
    <p:notesMasterId r:id="rId9"/>
  </p:notesMasterIdLst>
  <p:sldIdLst>
    <p:sldId id="26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132DEC-AA96-D65C-6393-652773BCB7C3}" name="Vim Mahakumbura" initials="VM" userId="S::s4982539@uq.edu.au::d742d8eb-1b8a-4e06-893e-13481b9aa2b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762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68200D-2A3E-4586-984C-1EE478BA39F9}" v="3" dt="2026-08-24T00:05:34.404"/>
    <p1510:client id="{684715B6-9D2C-7D03-D8CD-D5E79F3F1C59}" v="80" dt="2026-08-24T01:29:04.233"/>
    <p1510:client id="{96D5FF4F-C893-BB91-0482-8A8F0C048FDD}" v="78" dt="2026-08-23T22:14:07.962"/>
    <p1510:client id="{A2F932E9-5DBD-8A36-4F20-44A709E34E4D}" v="151" dt="2026-08-24T09:44:19.128"/>
    <p1510:client id="{B84F661D-6461-4E71-BFA2-DDD04E77D2AB}" v="9" dt="2026-08-24T08:33:27.771"/>
    <p1510:client id="{C2F348AD-1B56-4FF6-83A7-B6F355D946D8}" v="787" dt="2026-08-23T08:59:00.247"/>
    <p1510:client id="{D0D2A758-0DA1-3135-77E2-5C36A5160D47}" v="7" dt="2026-08-24T08:56:26.3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Relationships xmlns="http://schemas.openxmlformats.org/package/2006/relationships"><Relationship Id="rId13" Type="http://schemas.openxmlformats.org/officeDocument/2006/relationships/tableStyles" Target="tableStyles.xml"/><Relationship Id="rId12" Type="http://schemas.openxmlformats.org/officeDocument/2006/relationships/theme" Target="theme/theme1.xml"/><Relationship Id="rId16" Type="http://schemas.microsoft.com/office/2018/10/relationships/authors" Target="authors.xml"/><Relationship Id="rId1" Type="http://schemas.openxmlformats.org/officeDocument/2006/relationships/slideMaster" Target="slideMasters/slideMaster1.xml"/><Relationship Id="rId11" Type="http://schemas.openxmlformats.org/officeDocument/2006/relationships/viewProps" Target="viewProps.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g Nguyen" userId="S::s4740711@uq.edu.au::03e5f33a-b010-4996-a729-3526284d0e95" providerId="AD" clId="Web-{6568200D-2A3E-4586-984C-1EE478BA39F9}"/>
    <pc:docChg chg="modSld">
      <pc:chgData name="Dong Nguyen" userId="S::s4740711@uq.edu.au::03e5f33a-b010-4996-a729-3526284d0e95" providerId="AD" clId="Web-{6568200D-2A3E-4586-984C-1EE478BA39F9}" dt="2026-08-24T00:10:48.461" v="87"/>
      <pc:docMkLst>
        <pc:docMk/>
      </pc:docMkLst>
      <pc:sldChg chg="addSp delSp modSp modNotes">
        <pc:chgData name="Dong Nguyen" userId="S::s4740711@uq.edu.au::03e5f33a-b010-4996-a729-3526284d0e95" providerId="AD" clId="Web-{6568200D-2A3E-4586-984C-1EE478BA39F9}" dt="2026-08-24T00:10:48.461" v="87"/>
        <pc:sldMkLst>
          <pc:docMk/>
          <pc:sldMk cId="1016914343" sldId="264"/>
        </pc:sldMkLst>
        <pc:spChg chg="add">
          <ac:chgData name="Dong Nguyen" userId="S::s4740711@uq.edu.au::03e5f33a-b010-4996-a729-3526284d0e95" providerId="AD" clId="Web-{6568200D-2A3E-4586-984C-1EE478BA39F9}" dt="2026-08-24T00:02:41.070" v="1"/>
          <ac:spMkLst>
            <pc:docMk/>
            <pc:sldMk cId="1016914343" sldId="264"/>
            <ac:spMk id="3" creationId="{466B9E35-211B-BD86-A6C4-D7A34BA6BABB}"/>
          </ac:spMkLst>
        </pc:spChg>
        <pc:spChg chg="add">
          <ac:chgData name="Dong Nguyen" userId="S::s4740711@uq.edu.au::03e5f33a-b010-4996-a729-3526284d0e95" providerId="AD" clId="Web-{6568200D-2A3E-4586-984C-1EE478BA39F9}" dt="2026-08-24T00:02:41.070" v="1"/>
          <ac:spMkLst>
            <pc:docMk/>
            <pc:sldMk cId="1016914343" sldId="264"/>
            <ac:spMk id="7" creationId="{F84F0AFD-4CDD-E5AC-81C6-EE4DE0890866}"/>
          </ac:spMkLst>
        </pc:spChg>
        <pc:spChg chg="add mod">
          <ac:chgData name="Dong Nguyen" userId="S::s4740711@uq.edu.au::03e5f33a-b010-4996-a729-3526284d0e95" providerId="AD" clId="Web-{6568200D-2A3E-4586-984C-1EE478BA39F9}" dt="2026-08-24T00:05:34.404" v="21" actId="20577"/>
          <ac:spMkLst>
            <pc:docMk/>
            <pc:sldMk cId="1016914343" sldId="264"/>
            <ac:spMk id="8" creationId="{5807A84B-5973-1870-E205-7325E52EB97F}"/>
          </ac:spMkLst>
        </pc:spChg>
        <pc:spChg chg="add">
          <ac:chgData name="Dong Nguyen" userId="S::s4740711@uq.edu.au::03e5f33a-b010-4996-a729-3526284d0e95" providerId="AD" clId="Web-{6568200D-2A3E-4586-984C-1EE478BA39F9}" dt="2026-08-24T00:02:41.070" v="1"/>
          <ac:spMkLst>
            <pc:docMk/>
            <pc:sldMk cId="1016914343" sldId="264"/>
            <ac:spMk id="12" creationId="{547AB113-2727-D79A-C401-BC5D91BDF6DA}"/>
          </ac:spMkLst>
        </pc:spChg>
        <pc:spChg chg="add">
          <ac:chgData name="Dong Nguyen" userId="S::s4740711@uq.edu.au::03e5f33a-b010-4996-a729-3526284d0e95" providerId="AD" clId="Web-{6568200D-2A3E-4586-984C-1EE478BA39F9}" dt="2026-08-24T00:02:41.070" v="1"/>
          <ac:spMkLst>
            <pc:docMk/>
            <pc:sldMk cId="1016914343" sldId="264"/>
            <ac:spMk id="13" creationId="{0F27E5C8-63A5-77B2-857A-2CA995A0466E}"/>
          </ac:spMkLst>
        </pc:spChg>
        <pc:spChg chg="add">
          <ac:chgData name="Dong Nguyen" userId="S::s4740711@uq.edu.au::03e5f33a-b010-4996-a729-3526284d0e95" providerId="AD" clId="Web-{6568200D-2A3E-4586-984C-1EE478BA39F9}" dt="2026-08-24T00:02:41.070" v="1"/>
          <ac:spMkLst>
            <pc:docMk/>
            <pc:sldMk cId="1016914343" sldId="264"/>
            <ac:spMk id="17" creationId="{7CC87E2C-79BB-1C6F-7C6C-611F30CF2D4B}"/>
          </ac:spMkLst>
        </pc:spChg>
        <pc:spChg chg="add">
          <ac:chgData name="Dong Nguyen" userId="S::s4740711@uq.edu.au::03e5f33a-b010-4996-a729-3526284d0e95" providerId="AD" clId="Web-{6568200D-2A3E-4586-984C-1EE478BA39F9}" dt="2026-08-24T00:02:41.070" v="1"/>
          <ac:spMkLst>
            <pc:docMk/>
            <pc:sldMk cId="1016914343" sldId="264"/>
            <ac:spMk id="19" creationId="{BD0139DD-A350-9848-41D4-10278827C7F8}"/>
          </ac:spMkLst>
        </pc:spChg>
        <pc:spChg chg="add">
          <ac:chgData name="Dong Nguyen" userId="S::s4740711@uq.edu.au::03e5f33a-b010-4996-a729-3526284d0e95" providerId="AD" clId="Web-{6568200D-2A3E-4586-984C-1EE478BA39F9}" dt="2026-08-24T00:02:41.070" v="1"/>
          <ac:spMkLst>
            <pc:docMk/>
            <pc:sldMk cId="1016914343" sldId="264"/>
            <ac:spMk id="21" creationId="{31FADC0D-2A06-E395-180D-237106882245}"/>
          </ac:spMkLst>
        </pc:spChg>
        <pc:spChg chg="add">
          <ac:chgData name="Dong Nguyen" userId="S::s4740711@uq.edu.au::03e5f33a-b010-4996-a729-3526284d0e95" providerId="AD" clId="Web-{6568200D-2A3E-4586-984C-1EE478BA39F9}" dt="2026-08-24T00:02:41.070" v="1"/>
          <ac:spMkLst>
            <pc:docMk/>
            <pc:sldMk cId="1016914343" sldId="264"/>
            <ac:spMk id="28" creationId="{C03E392A-C90D-CCC5-484A-57BC12DF208B}"/>
          </ac:spMkLst>
        </pc:spChg>
        <pc:spChg chg="add">
          <ac:chgData name="Dong Nguyen" userId="S::s4740711@uq.edu.au::03e5f33a-b010-4996-a729-3526284d0e95" providerId="AD" clId="Web-{6568200D-2A3E-4586-984C-1EE478BA39F9}" dt="2026-08-24T00:02:41.070" v="1"/>
          <ac:spMkLst>
            <pc:docMk/>
            <pc:sldMk cId="1016914343" sldId="264"/>
            <ac:spMk id="29" creationId="{9DF2D19F-FA26-DB0F-B189-330C6118E775}"/>
          </ac:spMkLst>
        </pc:spChg>
        <pc:picChg chg="del">
          <ac:chgData name="Dong Nguyen" userId="S::s4740711@uq.edu.au::03e5f33a-b010-4996-a729-3526284d0e95" providerId="AD" clId="Web-{6568200D-2A3E-4586-984C-1EE478BA39F9}" dt="2026-08-24T00:02:39.633" v="0"/>
          <ac:picMkLst>
            <pc:docMk/>
            <pc:sldMk cId="1016914343" sldId="264"/>
            <ac:picMk id="5" creationId="{58CB9D3F-3378-E8CB-4B53-7886F88FC04E}"/>
          </ac:picMkLst>
        </pc:picChg>
      </pc:sldChg>
    </pc:docChg>
  </pc:docChgLst>
  <pc:docChgLst>
    <pc:chgData name="Dev Kansana" userId="S::s4881415@uq.edu.au::b1bd41af-ce6a-40d8-b6fb-d3a925afcb05" providerId="AD" clId="Web-{FDD3E1E7-4A02-03C3-EEB9-FEDB7C8701EA}"/>
    <pc:docChg chg="addSld delSld modSld">
      <pc:chgData name="Dev Kansana" userId="S::s4881415@uq.edu.au::b1bd41af-ce6a-40d8-b6fb-d3a925afcb05" providerId="AD" clId="Web-{FDD3E1E7-4A02-03C3-EEB9-FEDB7C8701EA}" dt="2026-08-23T07:00:18.630" v="404" actId="1076"/>
      <pc:docMkLst>
        <pc:docMk/>
      </pc:docMkLst>
      <pc:sldChg chg="addSp delSp modSp modNotes">
        <pc:chgData name="Dev Kansana" userId="S::s4881415@uq.edu.au::b1bd41af-ce6a-40d8-b6fb-d3a925afcb05" providerId="AD" clId="Web-{FDD3E1E7-4A02-03C3-EEB9-FEDB7C8701EA}" dt="2026-08-23T06:08:36.111" v="240" actId="1076"/>
        <pc:sldMkLst>
          <pc:docMk/>
          <pc:sldMk cId="2037775068" sldId="257"/>
        </pc:sldMkLst>
        <pc:spChg chg="del mod">
          <ac:chgData name="Dev Kansana" userId="S::s4881415@uq.edu.au::b1bd41af-ce6a-40d8-b6fb-d3a925afcb05" providerId="AD" clId="Web-{FDD3E1E7-4A02-03C3-EEB9-FEDB7C8701EA}" dt="2026-08-23T06:07:17.014" v="211"/>
          <ac:spMkLst>
            <pc:docMk/>
            <pc:sldMk cId="2037775068" sldId="257"/>
            <ac:spMk id="3" creationId="{BE34EC9D-3045-5E95-A814-8D15E70592EA}"/>
          </ac:spMkLst>
        </pc:spChg>
        <pc:spChg chg="del mod">
          <ac:chgData name="Dev Kansana" userId="S::s4881415@uq.edu.au::b1bd41af-ce6a-40d8-b6fb-d3a925afcb05" providerId="AD" clId="Web-{FDD3E1E7-4A02-03C3-EEB9-FEDB7C8701EA}" dt="2026-08-23T06:07:35.374" v="218"/>
          <ac:spMkLst>
            <pc:docMk/>
            <pc:sldMk cId="2037775068" sldId="257"/>
            <ac:spMk id="5" creationId="{CFEC951E-5315-5965-587B-D850F32D5B2C}"/>
          </ac:spMkLst>
        </pc:spChg>
        <pc:spChg chg="add mod">
          <ac:chgData name="Dev Kansana" userId="S::s4881415@uq.edu.au::b1bd41af-ce6a-40d8-b6fb-d3a925afcb05" providerId="AD" clId="Web-{FDD3E1E7-4A02-03C3-EEB9-FEDB7C8701EA}" dt="2026-08-23T06:08:36.111" v="238" actId="1076"/>
          <ac:spMkLst>
            <pc:docMk/>
            <pc:sldMk cId="2037775068" sldId="257"/>
            <ac:spMk id="6" creationId="{C3A397C2-4C58-679F-0DA1-AA87B53F17A7}"/>
          </ac:spMkLst>
        </pc:spChg>
        <pc:spChg chg="add mod">
          <ac:chgData name="Dev Kansana" userId="S::s4881415@uq.edu.au::b1bd41af-ce6a-40d8-b6fb-d3a925afcb05" providerId="AD" clId="Web-{FDD3E1E7-4A02-03C3-EEB9-FEDB7C8701EA}" dt="2026-08-23T06:08:36.111" v="239" actId="1076"/>
          <ac:spMkLst>
            <pc:docMk/>
            <pc:sldMk cId="2037775068" sldId="257"/>
            <ac:spMk id="7" creationId="{77F44CB9-E46F-DE9F-A3B9-53DCEAFDD70E}"/>
          </ac:spMkLst>
        </pc:spChg>
        <pc:spChg chg="add mod">
          <ac:chgData name="Dev Kansana" userId="S::s4881415@uq.edu.au::b1bd41af-ce6a-40d8-b6fb-d3a925afcb05" providerId="AD" clId="Web-{FDD3E1E7-4A02-03C3-EEB9-FEDB7C8701EA}" dt="2026-08-23T06:08:36.111" v="240" actId="1076"/>
          <ac:spMkLst>
            <pc:docMk/>
            <pc:sldMk cId="2037775068" sldId="257"/>
            <ac:spMk id="8" creationId="{D9508618-000A-735A-E423-28C34E251090}"/>
          </ac:spMkLst>
        </pc:spChg>
        <pc:spChg chg="add mod">
          <ac:chgData name="Dev Kansana" userId="S::s4881415@uq.edu.au::b1bd41af-ce6a-40d8-b6fb-d3a925afcb05" providerId="AD" clId="Web-{FDD3E1E7-4A02-03C3-EEB9-FEDB7C8701EA}" dt="2026-08-23T06:08:30.782" v="236" actId="1076"/>
          <ac:spMkLst>
            <pc:docMk/>
            <pc:sldMk cId="2037775068" sldId="257"/>
            <ac:spMk id="9" creationId="{025461E9-3423-C59F-7D97-B6C8205F7205}"/>
          </ac:spMkLst>
        </pc:spChg>
        <pc:spChg chg="add mod">
          <ac:chgData name="Dev Kansana" userId="S::s4881415@uq.edu.au::b1bd41af-ce6a-40d8-b6fb-d3a925afcb05" providerId="AD" clId="Web-{FDD3E1E7-4A02-03C3-EEB9-FEDB7C8701EA}" dt="2026-08-23T06:08:30.798" v="237" actId="1076"/>
          <ac:spMkLst>
            <pc:docMk/>
            <pc:sldMk cId="2037775068" sldId="257"/>
            <ac:spMk id="10" creationId="{2636382D-1691-092A-980B-662AD341234A}"/>
          </ac:spMkLst>
        </pc:spChg>
      </pc:sldChg>
      <pc:sldChg chg="addSp delSp modSp modNotes">
        <pc:chgData name="Dev Kansana" userId="S::s4881415@uq.edu.au::b1bd41af-ce6a-40d8-b6fb-d3a925afcb05" providerId="AD" clId="Web-{FDD3E1E7-4A02-03C3-EEB9-FEDB7C8701EA}" dt="2026-08-23T07:00:18.630" v="404" actId="1076"/>
        <pc:sldMkLst>
          <pc:docMk/>
          <pc:sldMk cId="2951960762" sldId="263"/>
        </pc:sldMkLst>
        <pc:spChg chg="add mod">
          <ac:chgData name="Dev Kansana" userId="S::s4881415@uq.edu.au::b1bd41af-ce6a-40d8-b6fb-d3a925afcb05" providerId="AD" clId="Web-{FDD3E1E7-4A02-03C3-EEB9-FEDB7C8701EA}" dt="2026-08-23T07:00:11.724" v="401" actId="1076"/>
          <ac:spMkLst>
            <pc:docMk/>
            <pc:sldMk cId="2951960762" sldId="263"/>
            <ac:spMk id="6" creationId="{C583F8A6-B2BF-B525-BE37-B0A0A781877B}"/>
          </ac:spMkLst>
        </pc:spChg>
        <pc:spChg chg="mod">
          <ac:chgData name="Dev Kansana" userId="S::s4881415@uq.edu.au::b1bd41af-ce6a-40d8-b6fb-d3a925afcb05" providerId="AD" clId="Web-{FDD3E1E7-4A02-03C3-EEB9-FEDB7C8701EA}" dt="2026-08-23T07:00:16.099" v="403" actId="1076"/>
          <ac:spMkLst>
            <pc:docMk/>
            <pc:sldMk cId="2951960762" sldId="263"/>
            <ac:spMk id="7" creationId="{6F61B941-BED1-D2E3-FE1F-FA803F1151CB}"/>
          </ac:spMkLst>
        </pc:spChg>
        <pc:spChg chg="mod">
          <ac:chgData name="Dev Kansana" userId="S::s4881415@uq.edu.au::b1bd41af-ce6a-40d8-b6fb-d3a925afcb05" providerId="AD" clId="Web-{FDD3E1E7-4A02-03C3-EEB9-FEDB7C8701EA}" dt="2026-08-23T06:58:06.735" v="369" actId="1076"/>
          <ac:spMkLst>
            <pc:docMk/>
            <pc:sldMk cId="2951960762" sldId="263"/>
            <ac:spMk id="11" creationId="{30F7831D-E1B9-A25F-9128-AEEBF67C2B66}"/>
          </ac:spMkLst>
        </pc:spChg>
        <pc:spChg chg="del mod">
          <ac:chgData name="Dev Kansana" userId="S::s4881415@uq.edu.au::b1bd41af-ce6a-40d8-b6fb-d3a925afcb05" providerId="AD" clId="Web-{FDD3E1E7-4A02-03C3-EEB9-FEDB7C8701EA}" dt="2026-08-23T06:56:15.855" v="355"/>
          <ac:spMkLst>
            <pc:docMk/>
            <pc:sldMk cId="2951960762" sldId="263"/>
            <ac:spMk id="14" creationId="{2201888A-69F6-4609-F903-112A57563777}"/>
          </ac:spMkLst>
        </pc:spChg>
        <pc:spChg chg="mod">
          <ac:chgData name="Dev Kansana" userId="S::s4881415@uq.edu.au::b1bd41af-ce6a-40d8-b6fb-d3a925afcb05" providerId="AD" clId="Web-{FDD3E1E7-4A02-03C3-EEB9-FEDB7C8701EA}" dt="2026-08-23T06:57:19.374" v="357" actId="1076"/>
          <ac:spMkLst>
            <pc:docMk/>
            <pc:sldMk cId="2951960762" sldId="263"/>
            <ac:spMk id="16" creationId="{930D62F6-ABA4-E9C8-BA8C-7417E7BD972D}"/>
          </ac:spMkLst>
        </pc:spChg>
        <pc:picChg chg="add mod">
          <ac:chgData name="Dev Kansana" userId="S::s4881415@uq.edu.au::b1bd41af-ce6a-40d8-b6fb-d3a925afcb05" providerId="AD" clId="Web-{FDD3E1E7-4A02-03C3-EEB9-FEDB7C8701EA}" dt="2026-08-23T07:00:18.630" v="404" actId="1076"/>
          <ac:picMkLst>
            <pc:docMk/>
            <pc:sldMk cId="2951960762" sldId="263"/>
            <ac:picMk id="5" creationId="{AB0ACD4B-002C-D973-D2A9-2F2E49633C9F}"/>
          </ac:picMkLst>
        </pc:picChg>
        <pc:picChg chg="del">
          <ac:chgData name="Dev Kansana" userId="S::s4881415@uq.edu.au::b1bd41af-ce6a-40d8-b6fb-d3a925afcb05" providerId="AD" clId="Web-{FDD3E1E7-4A02-03C3-EEB9-FEDB7C8701EA}" dt="2026-08-23T06:54:46.633" v="349"/>
          <ac:picMkLst>
            <pc:docMk/>
            <pc:sldMk cId="2951960762" sldId="263"/>
            <ac:picMk id="8" creationId="{80DF4EF4-9B43-6971-8369-7CD7C92BDFB3}"/>
          </ac:picMkLst>
        </pc:picChg>
        <pc:picChg chg="mod">
          <ac:chgData name="Dev Kansana" userId="S::s4881415@uq.edu.au::b1bd41af-ce6a-40d8-b6fb-d3a925afcb05" providerId="AD" clId="Web-{FDD3E1E7-4A02-03C3-EEB9-FEDB7C8701EA}" dt="2026-08-23T06:58:09.610" v="370" actId="1076"/>
          <ac:picMkLst>
            <pc:docMk/>
            <pc:sldMk cId="2951960762" sldId="263"/>
            <ac:picMk id="12" creationId="{A375CC09-7087-812B-7122-12282CB872FF}"/>
          </ac:picMkLst>
        </pc:picChg>
      </pc:sldChg>
      <pc:sldChg chg="new del">
        <pc:chgData name="Dev Kansana" userId="S::s4881415@uq.edu.au::b1bd41af-ce6a-40d8-b6fb-d3a925afcb05" providerId="AD" clId="Web-{FDD3E1E7-4A02-03C3-EEB9-FEDB7C8701EA}" dt="2026-08-23T05:57:14.579" v="88"/>
        <pc:sldMkLst>
          <pc:docMk/>
          <pc:sldMk cId="43523174" sldId="266"/>
        </pc:sldMkLst>
      </pc:sldChg>
    </pc:docChg>
  </pc:docChgLst>
  <pc:docChgLst>
    <pc:chgData name="Dong Nguyen" userId="S::s4740711@uq.edu.au::03e5f33a-b010-4996-a729-3526284d0e95" providerId="AD" clId="Web-{96A2B398-0EC1-659D-B66C-68F080DC83BB}"/>
    <pc:docChg chg="addSld modSld">
      <pc:chgData name="Dong Nguyen" userId="S::s4740711@uq.edu.au::03e5f33a-b010-4996-a729-3526284d0e95" providerId="AD" clId="Web-{96A2B398-0EC1-659D-B66C-68F080DC83BB}" dt="2026-08-23T04:18:33.573" v="13"/>
      <pc:docMkLst>
        <pc:docMk/>
      </pc:docMkLst>
      <pc:sldChg chg="addSp delSp modSp new mod setBg">
        <pc:chgData name="Dong Nguyen" userId="S::s4740711@uq.edu.au::03e5f33a-b010-4996-a729-3526284d0e95" providerId="AD" clId="Web-{96A2B398-0EC1-659D-B66C-68F080DC83BB}" dt="2026-08-23T04:18:33.573" v="13"/>
        <pc:sldMkLst>
          <pc:docMk/>
          <pc:sldMk cId="1016914343" sldId="264"/>
        </pc:sldMkLst>
        <pc:spChg chg="del">
          <ac:chgData name="Dong Nguyen" userId="S::s4740711@uq.edu.au::03e5f33a-b010-4996-a729-3526284d0e95" providerId="AD" clId="Web-{96A2B398-0EC1-659D-B66C-68F080DC83BB}" dt="2026-08-23T04:18:00.479" v="1"/>
          <ac:spMkLst>
            <pc:docMk/>
            <pc:sldMk cId="1016914343" sldId="264"/>
            <ac:spMk id="2" creationId="{B73A3F6C-AC1F-4DA4-0892-310917FE1E92}"/>
          </ac:spMkLst>
        </pc:spChg>
        <pc:spChg chg="del mod">
          <ac:chgData name="Dong Nguyen" userId="S::s4740711@uq.edu.au::03e5f33a-b010-4996-a729-3526284d0e95" providerId="AD" clId="Web-{96A2B398-0EC1-659D-B66C-68F080DC83BB}" dt="2026-08-23T04:18:04.448" v="3"/>
          <ac:spMkLst>
            <pc:docMk/>
            <pc:sldMk cId="1016914343" sldId="264"/>
            <ac:spMk id="3" creationId="{0B8D5248-A1D6-5529-4A94-9429F73DF0C1}"/>
          </ac:spMkLst>
        </pc:spChg>
        <pc:spChg chg="add del">
          <ac:chgData name="Dong Nguyen" userId="S::s4740711@uq.edu.au::03e5f33a-b010-4996-a729-3526284d0e95" providerId="AD" clId="Web-{96A2B398-0EC1-659D-B66C-68F080DC83BB}" dt="2026-08-23T04:18:33.573" v="12"/>
          <ac:spMkLst>
            <pc:docMk/>
            <pc:sldMk cId="1016914343" sldId="264"/>
            <ac:spMk id="7" creationId="{42A4FC2C-047E-45A5-965D-8E1E3BF09BC6}"/>
          </ac:spMkLst>
        </pc:spChg>
        <pc:spChg chg="add del">
          <ac:chgData name="Dong Nguyen" userId="S::s4740711@uq.edu.au::03e5f33a-b010-4996-a729-3526284d0e95" providerId="AD" clId="Web-{96A2B398-0EC1-659D-B66C-68F080DC83BB}" dt="2026-08-23T04:18:30.370" v="8"/>
          <ac:spMkLst>
            <pc:docMk/>
            <pc:sldMk cId="1016914343" sldId="264"/>
            <ac:spMk id="10" creationId="{42A4FC2C-047E-45A5-965D-8E1E3BF09BC6}"/>
          </ac:spMkLst>
        </pc:spChg>
        <pc:picChg chg="add del mod">
          <ac:chgData name="Dong Nguyen" userId="S::s4740711@uq.edu.au::03e5f33a-b010-4996-a729-3526284d0e95" providerId="AD" clId="Web-{96A2B398-0EC1-659D-B66C-68F080DC83BB}" dt="2026-08-23T04:18:25.838" v="5"/>
          <ac:picMkLst>
            <pc:docMk/>
            <pc:sldMk cId="1016914343" sldId="264"/>
            <ac:picMk id="4" creationId="{CD8BC1CD-5393-BE9C-3F5B-04BE17FEB7BC}"/>
          </ac:picMkLst>
        </pc:picChg>
        <pc:picChg chg="add mod">
          <ac:chgData name="Dong Nguyen" userId="S::s4740711@uq.edu.au::03e5f33a-b010-4996-a729-3526284d0e95" providerId="AD" clId="Web-{96A2B398-0EC1-659D-B66C-68F080DC83BB}" dt="2026-08-23T04:18:33.573" v="13"/>
          <ac:picMkLst>
            <pc:docMk/>
            <pc:sldMk cId="1016914343" sldId="264"/>
            <ac:picMk id="5" creationId="{58CB9D3F-3378-E8CB-4B53-7886F88FC04E}"/>
          </ac:picMkLst>
        </pc:picChg>
      </pc:sldChg>
    </pc:docChg>
  </pc:docChgLst>
  <pc:docChgLst>
    <pc:chgData name="Shirish Kamble" userId="S::s4974055@uq.edu.au::40d57ee5-e640-46d8-b696-01b2cc68181c" providerId="AD" clId="Web-{A2F932E9-5DBD-8A36-4F20-44A709E34E4D}"/>
    <pc:docChg chg="modSld">
      <pc:chgData name="Shirish Kamble" userId="S::s4974055@uq.edu.au::40d57ee5-e640-46d8-b696-01b2cc68181c" providerId="AD" clId="Web-{A2F932E9-5DBD-8A36-4F20-44A709E34E4D}" dt="2026-08-24T09:44:19.128" v="152"/>
      <pc:docMkLst>
        <pc:docMk/>
      </pc:docMkLst>
      <pc:sldChg chg="addSp delSp modSp">
        <pc:chgData name="Shirish Kamble" userId="S::s4974055@uq.edu.au::40d57ee5-e640-46d8-b696-01b2cc68181c" providerId="AD" clId="Web-{A2F932E9-5DBD-8A36-4F20-44A709E34E4D}" dt="2026-08-24T09:30:10.718" v="87" actId="20577"/>
        <pc:sldMkLst>
          <pc:docMk/>
          <pc:sldMk cId="3291430269" sldId="256"/>
        </pc:sldMkLst>
        <pc:spChg chg="mod">
          <ac:chgData name="Shirish Kamble" userId="S::s4974055@uq.edu.au::40d57ee5-e640-46d8-b696-01b2cc68181c" providerId="AD" clId="Web-{A2F932E9-5DBD-8A36-4F20-44A709E34E4D}" dt="2026-08-24T09:24:21.153" v="66" actId="14100"/>
          <ac:spMkLst>
            <pc:docMk/>
            <pc:sldMk cId="3291430269" sldId="256"/>
            <ac:spMk id="2" creationId="{117233CE-08B6-7039-1406-43E434FA8F28}"/>
          </ac:spMkLst>
        </pc:spChg>
        <pc:spChg chg="del mod">
          <ac:chgData name="Shirish Kamble" userId="S::s4974055@uq.edu.au::40d57ee5-e640-46d8-b696-01b2cc68181c" providerId="AD" clId="Web-{A2F932E9-5DBD-8A36-4F20-44A709E34E4D}" dt="2026-08-24T09:18:50.212" v="29"/>
          <ac:spMkLst>
            <pc:docMk/>
            <pc:sldMk cId="3291430269" sldId="256"/>
            <ac:spMk id="4" creationId="{236C259C-FBB6-C6B1-C134-658F5EA67C8A}"/>
          </ac:spMkLst>
        </pc:spChg>
        <pc:spChg chg="mod">
          <ac:chgData name="Shirish Kamble" userId="S::s4974055@uq.edu.au::40d57ee5-e640-46d8-b696-01b2cc68181c" providerId="AD" clId="Web-{A2F932E9-5DBD-8A36-4F20-44A709E34E4D}" dt="2026-08-24T09:30:10.718" v="87" actId="20577"/>
          <ac:spMkLst>
            <pc:docMk/>
            <pc:sldMk cId="3291430269" sldId="256"/>
            <ac:spMk id="5" creationId="{E7ABDB73-4778-2DA8-77B6-7CABB5434089}"/>
          </ac:spMkLst>
        </pc:spChg>
        <pc:spChg chg="add mod ord">
          <ac:chgData name="Shirish Kamble" userId="S::s4974055@uq.edu.au::40d57ee5-e640-46d8-b696-01b2cc68181c" providerId="AD" clId="Web-{A2F932E9-5DBD-8A36-4F20-44A709E34E4D}" dt="2026-08-24T09:24:38.982" v="67"/>
          <ac:spMkLst>
            <pc:docMk/>
            <pc:sldMk cId="3291430269" sldId="256"/>
            <ac:spMk id="6" creationId="{8C8FAB89-BDB2-5DD6-4054-6301BA084982}"/>
          </ac:spMkLst>
        </pc:spChg>
        <pc:spChg chg="mod">
          <ac:chgData name="Shirish Kamble" userId="S::s4974055@uq.edu.au::40d57ee5-e640-46d8-b696-01b2cc68181c" providerId="AD" clId="Web-{A2F932E9-5DBD-8A36-4F20-44A709E34E4D}" dt="2026-08-24T09:18:43.118" v="28" actId="20577"/>
          <ac:spMkLst>
            <pc:docMk/>
            <pc:sldMk cId="3291430269" sldId="256"/>
            <ac:spMk id="7" creationId="{94440068-7C20-94CF-A5BA-D3A87FFC4B33}"/>
          </ac:spMkLst>
        </pc:spChg>
      </pc:sldChg>
      <pc:sldChg chg="modSp">
        <pc:chgData name="Shirish Kamble" userId="S::s4974055@uq.edu.au::40d57ee5-e640-46d8-b696-01b2cc68181c" providerId="AD" clId="Web-{A2F932E9-5DBD-8A36-4F20-44A709E34E4D}" dt="2026-08-24T09:25:05.575" v="68"/>
        <pc:sldMkLst>
          <pc:docMk/>
          <pc:sldMk cId="2037775068" sldId="257"/>
        </pc:sldMkLst>
        <pc:spChg chg="mod">
          <ac:chgData name="Shirish Kamble" userId="S::s4974055@uq.edu.au::40d57ee5-e640-46d8-b696-01b2cc68181c" providerId="AD" clId="Web-{A2F932E9-5DBD-8A36-4F20-44A709E34E4D}" dt="2026-08-24T09:23:48.653" v="62" actId="20577"/>
          <ac:spMkLst>
            <pc:docMk/>
            <pc:sldMk cId="2037775068" sldId="257"/>
            <ac:spMk id="2" creationId="{F196C71E-8565-3158-7386-4CFDAFBB06F2}"/>
          </ac:spMkLst>
        </pc:spChg>
        <pc:spChg chg="mod">
          <ac:chgData name="Shirish Kamble" userId="S::s4974055@uq.edu.au::40d57ee5-e640-46d8-b696-01b2cc68181c" providerId="AD" clId="Web-{A2F932E9-5DBD-8A36-4F20-44A709E34E4D}" dt="2026-08-24T09:25:05.575" v="68"/>
          <ac:spMkLst>
            <pc:docMk/>
            <pc:sldMk cId="2037775068" sldId="257"/>
            <ac:spMk id="18" creationId="{16C68B41-4C58-6D06-5166-1BC4D7F4F817}"/>
          </ac:spMkLst>
        </pc:spChg>
      </pc:sldChg>
      <pc:sldChg chg="modSp">
        <pc:chgData name="Shirish Kamble" userId="S::s4974055@uq.edu.au::40d57ee5-e640-46d8-b696-01b2cc68181c" providerId="AD" clId="Web-{A2F932E9-5DBD-8A36-4F20-44A709E34E4D}" dt="2026-08-24T09:37:23.516" v="130" actId="1076"/>
        <pc:sldMkLst>
          <pc:docMk/>
          <pc:sldMk cId="1016914343" sldId="264"/>
        </pc:sldMkLst>
        <pc:spChg chg="mod">
          <ac:chgData name="Shirish Kamble" userId="S::s4974055@uq.edu.au::40d57ee5-e640-46d8-b696-01b2cc68181c" providerId="AD" clId="Web-{A2F932E9-5DBD-8A36-4F20-44A709E34E4D}" dt="2026-08-24T09:35:43.297" v="113" actId="20577"/>
          <ac:spMkLst>
            <pc:docMk/>
            <pc:sldMk cId="1016914343" sldId="264"/>
            <ac:spMk id="3" creationId="{466B9E35-211B-BD86-A6C4-D7A34BA6BABB}"/>
          </ac:spMkLst>
        </pc:spChg>
        <pc:spChg chg="mod">
          <ac:chgData name="Shirish Kamble" userId="S::s4974055@uq.edu.au::40d57ee5-e640-46d8-b696-01b2cc68181c" providerId="AD" clId="Web-{A2F932E9-5DBD-8A36-4F20-44A709E34E4D}" dt="2026-08-24T09:36:20.797" v="118" actId="20577"/>
          <ac:spMkLst>
            <pc:docMk/>
            <pc:sldMk cId="1016914343" sldId="264"/>
            <ac:spMk id="4" creationId="{7A8C5ED4-7F4F-6733-46EF-6E0341AA0F49}"/>
          </ac:spMkLst>
        </pc:spChg>
        <pc:spChg chg="mod">
          <ac:chgData name="Shirish Kamble" userId="S::s4974055@uq.edu.au::40d57ee5-e640-46d8-b696-01b2cc68181c" providerId="AD" clId="Web-{A2F932E9-5DBD-8A36-4F20-44A709E34E4D}" dt="2026-08-24T09:36:45.719" v="124" actId="20577"/>
          <ac:spMkLst>
            <pc:docMk/>
            <pc:sldMk cId="1016914343" sldId="264"/>
            <ac:spMk id="6" creationId="{38295086-F2F9-C6DD-B89B-563F3C0A1CAA}"/>
          </ac:spMkLst>
        </pc:spChg>
        <pc:spChg chg="mod">
          <ac:chgData name="Shirish Kamble" userId="S::s4974055@uq.edu.au::40d57ee5-e640-46d8-b696-01b2cc68181c" providerId="AD" clId="Web-{A2F932E9-5DBD-8A36-4F20-44A709E34E4D}" dt="2026-08-24T09:37:23.485" v="129" actId="1076"/>
          <ac:spMkLst>
            <pc:docMk/>
            <pc:sldMk cId="1016914343" sldId="264"/>
            <ac:spMk id="7" creationId="{F84F0AFD-4CDD-E5AC-81C6-EE4DE0890866}"/>
          </ac:spMkLst>
        </pc:spChg>
        <pc:spChg chg="mod">
          <ac:chgData name="Shirish Kamble" userId="S::s4974055@uq.edu.au::40d57ee5-e640-46d8-b696-01b2cc68181c" providerId="AD" clId="Web-{A2F932E9-5DBD-8A36-4F20-44A709E34E4D}" dt="2026-08-24T09:37:23.516" v="130" actId="1076"/>
          <ac:spMkLst>
            <pc:docMk/>
            <pc:sldMk cId="1016914343" sldId="264"/>
            <ac:spMk id="8" creationId="{5807A84B-5973-1870-E205-7325E52EB97F}"/>
          </ac:spMkLst>
        </pc:spChg>
      </pc:sldChg>
      <pc:sldChg chg="delSp modSp">
        <pc:chgData name="Shirish Kamble" userId="S::s4974055@uq.edu.au::40d57ee5-e640-46d8-b696-01b2cc68181c" providerId="AD" clId="Web-{A2F932E9-5DBD-8A36-4F20-44A709E34E4D}" dt="2026-08-24T09:44:19.128" v="152"/>
        <pc:sldMkLst>
          <pc:docMk/>
          <pc:sldMk cId="2669147823" sldId="267"/>
        </pc:sldMkLst>
        <pc:spChg chg="mod">
          <ac:chgData name="Shirish Kamble" userId="S::s4974055@uq.edu.au::40d57ee5-e640-46d8-b696-01b2cc68181c" providerId="AD" clId="Web-{A2F932E9-5DBD-8A36-4F20-44A709E34E4D}" dt="2026-08-24T09:40:44.345" v="131" actId="1076"/>
          <ac:spMkLst>
            <pc:docMk/>
            <pc:sldMk cId="2669147823" sldId="267"/>
            <ac:spMk id="2" creationId="{FC0220E1-92BD-FA0B-B8B1-D52E70151329}"/>
          </ac:spMkLst>
        </pc:spChg>
        <pc:spChg chg="del">
          <ac:chgData name="Shirish Kamble" userId="S::s4974055@uq.edu.au::40d57ee5-e640-46d8-b696-01b2cc68181c" providerId="AD" clId="Web-{A2F932E9-5DBD-8A36-4F20-44A709E34E4D}" dt="2026-08-24T09:43:01.127" v="145"/>
          <ac:spMkLst>
            <pc:docMk/>
            <pc:sldMk cId="2669147823" sldId="267"/>
            <ac:spMk id="5" creationId="{F4145D74-F85C-8276-9D67-75FF0E9877CF}"/>
          </ac:spMkLst>
        </pc:spChg>
        <pc:spChg chg="mod">
          <ac:chgData name="Shirish Kamble" userId="S::s4974055@uq.edu.au::40d57ee5-e640-46d8-b696-01b2cc68181c" providerId="AD" clId="Web-{A2F932E9-5DBD-8A36-4F20-44A709E34E4D}" dt="2026-08-24T09:43:52.909" v="149" actId="20577"/>
          <ac:spMkLst>
            <pc:docMk/>
            <pc:sldMk cId="2669147823" sldId="267"/>
            <ac:spMk id="7" creationId="{8050B3F9-E044-FE64-0887-335EC38C381E}"/>
          </ac:spMkLst>
        </pc:spChg>
        <pc:spChg chg="mod">
          <ac:chgData name="Shirish Kamble" userId="S::s4974055@uq.edu.au::40d57ee5-e640-46d8-b696-01b2cc68181c" providerId="AD" clId="Web-{A2F932E9-5DBD-8A36-4F20-44A709E34E4D}" dt="2026-08-24T09:44:19.128" v="152"/>
          <ac:spMkLst>
            <pc:docMk/>
            <pc:sldMk cId="2669147823" sldId="267"/>
            <ac:spMk id="10" creationId="{F825F0F8-4F99-3EB5-591A-CFA2FF3D146C}"/>
          </ac:spMkLst>
        </pc:spChg>
        <pc:spChg chg="mod">
          <ac:chgData name="Shirish Kamble" userId="S::s4974055@uq.edu.au::40d57ee5-e640-46d8-b696-01b2cc68181c" providerId="AD" clId="Web-{A2F932E9-5DBD-8A36-4F20-44A709E34E4D}" dt="2026-08-24T09:43:15.190" v="146" actId="1076"/>
          <ac:spMkLst>
            <pc:docMk/>
            <pc:sldMk cId="2669147823" sldId="267"/>
            <ac:spMk id="25" creationId="{56501C58-8839-B03F-ADB8-3576ECBC669E}"/>
          </ac:spMkLst>
        </pc:spChg>
        <pc:picChg chg="mod">
          <ac:chgData name="Shirish Kamble" userId="S::s4974055@uq.edu.au::40d57ee5-e640-46d8-b696-01b2cc68181c" providerId="AD" clId="Web-{A2F932E9-5DBD-8A36-4F20-44A709E34E4D}" dt="2026-08-24T09:43:36.784" v="148" actId="1076"/>
          <ac:picMkLst>
            <pc:docMk/>
            <pc:sldMk cId="2669147823" sldId="267"/>
            <ac:picMk id="9" creationId="{00CEE301-50B9-FAB9-AB47-9907AD725222}"/>
          </ac:picMkLst>
        </pc:picChg>
        <pc:inkChg chg="del">
          <ac:chgData name="Shirish Kamble" userId="S::s4974055@uq.edu.au::40d57ee5-e640-46d8-b696-01b2cc68181c" providerId="AD" clId="Web-{A2F932E9-5DBD-8A36-4F20-44A709E34E4D}" dt="2026-08-24T09:44:08.487" v="151"/>
          <ac:inkMkLst>
            <pc:docMk/>
            <pc:sldMk cId="2669147823" sldId="267"/>
            <ac:inkMk id="41" creationId="{FA8AF820-6F80-6E35-6799-083F75973856}"/>
          </ac:inkMkLst>
        </pc:inkChg>
      </pc:sldChg>
      <pc:sldChg chg="modSp">
        <pc:chgData name="Shirish Kamble" userId="S::s4974055@uq.edu.au::40d57ee5-e640-46d8-b696-01b2cc68181c" providerId="AD" clId="Web-{A2F932E9-5DBD-8A36-4F20-44A709E34E4D}" dt="2026-08-24T09:35:32.688" v="112" actId="20577"/>
        <pc:sldMkLst>
          <pc:docMk/>
          <pc:sldMk cId="0" sldId="269"/>
        </pc:sldMkLst>
        <pc:spChg chg="mod">
          <ac:chgData name="Shirish Kamble" userId="S::s4974055@uq.edu.au::40d57ee5-e640-46d8-b696-01b2cc68181c" providerId="AD" clId="Web-{A2F932E9-5DBD-8A36-4F20-44A709E34E4D}" dt="2026-08-24T09:35:32.688" v="112" actId="20577"/>
          <ac:spMkLst>
            <pc:docMk/>
            <pc:sldMk cId="0" sldId="269"/>
            <ac:spMk id="3" creationId="{00000000-0000-0000-0000-000000000000}"/>
          </ac:spMkLst>
        </pc:spChg>
        <pc:spChg chg="mod">
          <ac:chgData name="Shirish Kamble" userId="S::s4974055@uq.edu.au::40d57ee5-e640-46d8-b696-01b2cc68181c" providerId="AD" clId="Web-{A2F932E9-5DBD-8A36-4F20-44A709E34E4D}" dt="2026-08-24T09:35:07.281" v="110" actId="20577"/>
          <ac:spMkLst>
            <pc:docMk/>
            <pc:sldMk cId="0" sldId="269"/>
            <ac:spMk id="4" creationId="{00000000-0000-0000-0000-000000000000}"/>
          </ac:spMkLst>
        </pc:spChg>
        <pc:spChg chg="mod">
          <ac:chgData name="Shirish Kamble" userId="S::s4974055@uq.edu.au::40d57ee5-e640-46d8-b696-01b2cc68181c" providerId="AD" clId="Web-{A2F932E9-5DBD-8A36-4F20-44A709E34E4D}" dt="2026-08-24T09:31:32.765" v="93" actId="20577"/>
          <ac:spMkLst>
            <pc:docMk/>
            <pc:sldMk cId="0" sldId="269"/>
            <ac:spMk id="29" creationId="{1D5084C3-2E25-05CB-BC86-933C87DCE8AD}"/>
          </ac:spMkLst>
        </pc:spChg>
        <pc:spChg chg="mod">
          <ac:chgData name="Shirish Kamble" userId="S::s4974055@uq.edu.au::40d57ee5-e640-46d8-b696-01b2cc68181c" providerId="AD" clId="Web-{A2F932E9-5DBD-8A36-4F20-44A709E34E4D}" dt="2026-08-24T09:31:26.062" v="92" actId="20577"/>
          <ac:spMkLst>
            <pc:docMk/>
            <pc:sldMk cId="0" sldId="269"/>
            <ac:spMk id="30" creationId="{C55DB5AD-CC8F-A15C-082B-41A49C373DCF}"/>
          </ac:spMkLst>
        </pc:spChg>
        <pc:spChg chg="mod">
          <ac:chgData name="Shirish Kamble" userId="S::s4974055@uq.edu.au::40d57ee5-e640-46d8-b696-01b2cc68181c" providerId="AD" clId="Web-{A2F932E9-5DBD-8A36-4F20-44A709E34E4D}" dt="2026-08-24T09:31:38.437" v="94" actId="20577"/>
          <ac:spMkLst>
            <pc:docMk/>
            <pc:sldMk cId="0" sldId="269"/>
            <ac:spMk id="31" creationId="{30F1DA13-59B8-496B-BA5C-D5BB931601C5}"/>
          </ac:spMkLst>
        </pc:spChg>
        <pc:spChg chg="mod">
          <ac:chgData name="Shirish Kamble" userId="S::s4974055@uq.edu.au::40d57ee5-e640-46d8-b696-01b2cc68181c" providerId="AD" clId="Web-{A2F932E9-5DBD-8A36-4F20-44A709E34E4D}" dt="2026-08-24T09:31:44.187" v="95" actId="20577"/>
          <ac:spMkLst>
            <pc:docMk/>
            <pc:sldMk cId="0" sldId="269"/>
            <ac:spMk id="32" creationId="{EA58B624-3D1D-0988-1522-B143AC4E9214}"/>
          </ac:spMkLst>
        </pc:spChg>
        <pc:spChg chg="mod">
          <ac:chgData name="Shirish Kamble" userId="S::s4974055@uq.edu.au::40d57ee5-e640-46d8-b696-01b2cc68181c" providerId="AD" clId="Web-{A2F932E9-5DBD-8A36-4F20-44A709E34E4D}" dt="2026-08-24T09:31:50.155" v="96" actId="20577"/>
          <ac:spMkLst>
            <pc:docMk/>
            <pc:sldMk cId="0" sldId="269"/>
            <ac:spMk id="33" creationId="{E60397A1-C0C1-0691-58A4-C09B6AE7F747}"/>
          </ac:spMkLst>
        </pc:spChg>
        <pc:spChg chg="mod">
          <ac:chgData name="Shirish Kamble" userId="S::s4974055@uq.edu.au::40d57ee5-e640-46d8-b696-01b2cc68181c" providerId="AD" clId="Web-{A2F932E9-5DBD-8A36-4F20-44A709E34E4D}" dt="2026-08-24T09:31:56.249" v="97" actId="20577"/>
          <ac:spMkLst>
            <pc:docMk/>
            <pc:sldMk cId="0" sldId="269"/>
            <ac:spMk id="34" creationId="{887321C1-79E0-C2F9-B23A-6583FC8C10DC}"/>
          </ac:spMkLst>
        </pc:spChg>
        <pc:picChg chg="mod">
          <ac:chgData name="Shirish Kamble" userId="S::s4974055@uq.edu.au::40d57ee5-e640-46d8-b696-01b2cc68181c" providerId="AD" clId="Web-{A2F932E9-5DBD-8A36-4F20-44A709E34E4D}" dt="2026-08-24T09:32:16.046" v="98"/>
          <ac:picMkLst>
            <pc:docMk/>
            <pc:sldMk cId="0" sldId="269"/>
            <ac:picMk id="44" creationId="{FABD356E-6254-37CF-AA13-75BE26116C61}"/>
          </ac:picMkLst>
        </pc:picChg>
        <pc:picChg chg="mod">
          <ac:chgData name="Shirish Kamble" userId="S::s4974055@uq.edu.au::40d57ee5-e640-46d8-b696-01b2cc68181c" providerId="AD" clId="Web-{A2F932E9-5DBD-8A36-4F20-44A709E34E4D}" dt="2026-08-24T09:32:23.109" v="99"/>
          <ac:picMkLst>
            <pc:docMk/>
            <pc:sldMk cId="0" sldId="269"/>
            <ac:picMk id="46" creationId="{6E8B5301-BC2A-EFC3-DADB-8B10EC72D443}"/>
          </ac:picMkLst>
        </pc:picChg>
      </pc:sldChg>
    </pc:docChg>
  </pc:docChgLst>
  <pc:docChgLst>
    <pc:chgData name="Shirish Kamble" userId="S::s4974055@uq.edu.au::40d57ee5-e640-46d8-b696-01b2cc68181c" providerId="AD" clId="Web-{D0D2A758-0DA1-3135-77E2-5C36A5160D47}"/>
    <pc:docChg chg="mod modSld addMainMaster delMainMaster">
      <pc:chgData name="Shirish Kamble" userId="S::s4974055@uq.edu.au::40d57ee5-e640-46d8-b696-01b2cc68181c" providerId="AD" clId="Web-{D0D2A758-0DA1-3135-77E2-5C36A5160D47}" dt="2026-08-24T08:56:26.356" v="6" actId="1076"/>
      <pc:docMkLst>
        <pc:docMk/>
      </pc:docMkLst>
      <pc:sldChg chg="modSp mod modClrScheme chgLayout">
        <pc:chgData name="Shirish Kamble" userId="S::s4974055@uq.edu.au::40d57ee5-e640-46d8-b696-01b2cc68181c" providerId="AD" clId="Web-{D0D2A758-0DA1-3135-77E2-5C36A5160D47}" dt="2026-08-24T08:56:26.356" v="6" actId="1076"/>
        <pc:sldMkLst>
          <pc:docMk/>
          <pc:sldMk cId="3291430269" sldId="256"/>
        </pc:sldMkLst>
        <pc:spChg chg="mod ord">
          <ac:chgData name="Shirish Kamble" userId="S::s4974055@uq.edu.au::40d57ee5-e640-46d8-b696-01b2cc68181c" providerId="AD" clId="Web-{D0D2A758-0DA1-3135-77E2-5C36A5160D47}" dt="2026-08-24T08:56:26.356" v="6" actId="1076"/>
          <ac:spMkLst>
            <pc:docMk/>
            <pc:sldMk cId="3291430269" sldId="256"/>
            <ac:spMk id="2" creationId="{117233CE-08B6-7039-1406-43E434FA8F28}"/>
          </ac:spMkLst>
        </pc:spChg>
        <pc:spChg chg="mod ord">
          <ac:chgData name="Shirish Kamble" userId="S::s4974055@uq.edu.au::40d57ee5-e640-46d8-b696-01b2cc68181c" providerId="AD" clId="Web-{D0D2A758-0DA1-3135-77E2-5C36A5160D47}" dt="2026-08-24T08:55:10.073" v="3"/>
          <ac:spMkLst>
            <pc:docMk/>
            <pc:sldMk cId="3291430269" sldId="256"/>
            <ac:spMk id="7" creationId="{94440068-7C20-94CF-A5BA-D3A87FFC4B33}"/>
          </ac:spMkLst>
        </pc:spChg>
      </pc:sldChg>
      <pc:sldChg chg="modSp mod modClrScheme chgLayout">
        <pc:chgData name="Shirish Kamble" userId="S::s4974055@uq.edu.au::40d57ee5-e640-46d8-b696-01b2cc68181c" providerId="AD" clId="Web-{D0D2A758-0DA1-3135-77E2-5C36A5160D47}" dt="2026-08-24T08:55:10.073" v="3"/>
        <pc:sldMkLst>
          <pc:docMk/>
          <pc:sldMk cId="2037775068" sldId="257"/>
        </pc:sldMkLst>
        <pc:spChg chg="mod ord">
          <ac:chgData name="Shirish Kamble" userId="S::s4974055@uq.edu.au::40d57ee5-e640-46d8-b696-01b2cc68181c" providerId="AD" clId="Web-{D0D2A758-0DA1-3135-77E2-5C36A5160D47}" dt="2026-08-24T08:55:10.073" v="3"/>
          <ac:spMkLst>
            <pc:docMk/>
            <pc:sldMk cId="2037775068" sldId="257"/>
            <ac:spMk id="2" creationId="{F196C71E-8565-3158-7386-4CFDAFBB06F2}"/>
          </ac:spMkLst>
        </pc:spChg>
      </pc:sldChg>
      <pc:sldChg chg="modSp mod modClrScheme chgLayout">
        <pc:chgData name="Shirish Kamble" userId="S::s4974055@uq.edu.au::40d57ee5-e640-46d8-b696-01b2cc68181c" providerId="AD" clId="Web-{D0D2A758-0DA1-3135-77E2-5C36A5160D47}" dt="2026-08-24T08:55:10.073" v="3"/>
        <pc:sldMkLst>
          <pc:docMk/>
          <pc:sldMk cId="935523701" sldId="260"/>
        </pc:sldMkLst>
        <pc:spChg chg="mod ord">
          <ac:chgData name="Shirish Kamble" userId="S::s4974055@uq.edu.au::40d57ee5-e640-46d8-b696-01b2cc68181c" providerId="AD" clId="Web-{D0D2A758-0DA1-3135-77E2-5C36A5160D47}" dt="2026-08-24T08:55:10.073" v="3"/>
          <ac:spMkLst>
            <pc:docMk/>
            <pc:sldMk cId="935523701" sldId="260"/>
            <ac:spMk id="2" creationId="{75AEA72F-761D-0998-6F86-BBB6EDE666E3}"/>
          </ac:spMkLst>
        </pc:spChg>
        <pc:spChg chg="mod ord">
          <ac:chgData name="Shirish Kamble" userId="S::s4974055@uq.edu.au::40d57ee5-e640-46d8-b696-01b2cc68181c" providerId="AD" clId="Web-{D0D2A758-0DA1-3135-77E2-5C36A5160D47}" dt="2026-08-24T08:55:10.073" v="3"/>
          <ac:spMkLst>
            <pc:docMk/>
            <pc:sldMk cId="935523701" sldId="260"/>
            <ac:spMk id="3" creationId="{F683B02E-F373-2C0D-D5F1-DF05A0358B9E}"/>
          </ac:spMkLst>
        </pc:spChg>
      </pc:sldChg>
      <pc:sldChg chg="mod modClrScheme chgLayout">
        <pc:chgData name="Shirish Kamble" userId="S::s4974055@uq.edu.au::40d57ee5-e640-46d8-b696-01b2cc68181c" providerId="AD" clId="Web-{D0D2A758-0DA1-3135-77E2-5C36A5160D47}" dt="2026-08-24T08:55:10.073" v="3"/>
        <pc:sldMkLst>
          <pc:docMk/>
          <pc:sldMk cId="1016914343" sldId="264"/>
        </pc:sldMkLst>
      </pc:sldChg>
      <pc:sldChg chg="modSp mod modClrScheme chgLayout">
        <pc:chgData name="Shirish Kamble" userId="S::s4974055@uq.edu.au::40d57ee5-e640-46d8-b696-01b2cc68181c" providerId="AD" clId="Web-{D0D2A758-0DA1-3135-77E2-5C36A5160D47}" dt="2026-08-24T08:55:10.073" v="3"/>
        <pc:sldMkLst>
          <pc:docMk/>
          <pc:sldMk cId="2669147823" sldId="267"/>
        </pc:sldMkLst>
        <pc:spChg chg="mod ord">
          <ac:chgData name="Shirish Kamble" userId="S::s4974055@uq.edu.au::40d57ee5-e640-46d8-b696-01b2cc68181c" providerId="AD" clId="Web-{D0D2A758-0DA1-3135-77E2-5C36A5160D47}" dt="2026-08-24T08:55:10.073" v="3"/>
          <ac:spMkLst>
            <pc:docMk/>
            <pc:sldMk cId="2669147823" sldId="267"/>
            <ac:spMk id="2" creationId="{FC0220E1-92BD-FA0B-B8B1-D52E70151329}"/>
          </ac:spMkLst>
        </pc:spChg>
        <pc:spChg chg="mod ord">
          <ac:chgData name="Shirish Kamble" userId="S::s4974055@uq.edu.au::40d57ee5-e640-46d8-b696-01b2cc68181c" providerId="AD" clId="Web-{D0D2A758-0DA1-3135-77E2-5C36A5160D47}" dt="2026-08-24T08:55:10.073" v="3"/>
          <ac:spMkLst>
            <pc:docMk/>
            <pc:sldMk cId="2669147823" sldId="267"/>
            <ac:spMk id="7" creationId="{8050B3F9-E044-FE64-0887-335EC38C381E}"/>
          </ac:spMkLst>
        </pc:spChg>
      </pc:sldChg>
      <pc:sldChg chg="modSp mod modClrScheme chgLayout">
        <pc:chgData name="Shirish Kamble" userId="S::s4974055@uq.edu.au::40d57ee5-e640-46d8-b696-01b2cc68181c" providerId="AD" clId="Web-{D0D2A758-0DA1-3135-77E2-5C36A5160D47}" dt="2026-08-24T08:55:10.073" v="3"/>
        <pc:sldMkLst>
          <pc:docMk/>
          <pc:sldMk cId="3685926783" sldId="268"/>
        </pc:sldMkLst>
        <pc:spChg chg="mod ord">
          <ac:chgData name="Shirish Kamble" userId="S::s4974055@uq.edu.au::40d57ee5-e640-46d8-b696-01b2cc68181c" providerId="AD" clId="Web-{D0D2A758-0DA1-3135-77E2-5C36A5160D47}" dt="2026-08-24T08:55:10.073" v="3"/>
          <ac:spMkLst>
            <pc:docMk/>
            <pc:sldMk cId="3685926783" sldId="268"/>
            <ac:spMk id="2" creationId="{CD7CB7C7-C969-23D0-70F8-A3BF8774D252}"/>
          </ac:spMkLst>
        </pc:spChg>
        <pc:spChg chg="mod ord">
          <ac:chgData name="Shirish Kamble" userId="S::s4974055@uq.edu.au::40d57ee5-e640-46d8-b696-01b2cc68181c" providerId="AD" clId="Web-{D0D2A758-0DA1-3135-77E2-5C36A5160D47}" dt="2026-08-24T08:55:10.073" v="3"/>
          <ac:spMkLst>
            <pc:docMk/>
            <pc:sldMk cId="3685926783" sldId="268"/>
            <ac:spMk id="3" creationId="{8CC1BE14-60D4-CD3F-C810-2B80D7576A41}"/>
          </ac:spMkLst>
        </pc:spChg>
      </pc:sldChg>
      <pc:sldChg chg="mod modClrScheme chgLayout">
        <pc:chgData name="Shirish Kamble" userId="S::s4974055@uq.edu.au::40d57ee5-e640-46d8-b696-01b2cc68181c" providerId="AD" clId="Web-{D0D2A758-0DA1-3135-77E2-5C36A5160D47}" dt="2026-08-24T08:55:10.073" v="3"/>
        <pc:sldMkLst>
          <pc:docMk/>
          <pc:sldMk cId="0" sldId="269"/>
        </pc:sldMkLst>
      </pc:sldChg>
      <pc:sldMasterChg chg="del delSldLayout">
        <pc:chgData name="Shirish Kamble" userId="S::s4974055@uq.edu.au::40d57ee5-e640-46d8-b696-01b2cc68181c" providerId="AD" clId="Web-{D0D2A758-0DA1-3135-77E2-5C36A5160D47}" dt="2026-08-24T08:54:43.932" v="0"/>
        <pc:sldMasterMkLst>
          <pc:docMk/>
          <pc:sldMasterMk cId="613034817" sldId="2147483648"/>
        </pc:sldMasterMkLst>
        <pc:sldLayoutChg chg="del">
          <pc:chgData name="Shirish Kamble" userId="S::s4974055@uq.edu.au::40d57ee5-e640-46d8-b696-01b2cc68181c" providerId="AD" clId="Web-{D0D2A758-0DA1-3135-77E2-5C36A5160D47}" dt="2026-08-24T08:54:43.932" v="0"/>
          <pc:sldLayoutMkLst>
            <pc:docMk/>
            <pc:sldMasterMk cId="613034817" sldId="2147483648"/>
            <pc:sldLayoutMk cId="1537738179" sldId="2147483649"/>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262469464" sldId="2147483650"/>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3893147143" sldId="2147483651"/>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1705006019" sldId="2147483652"/>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3702352652" sldId="2147483653"/>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300406974" sldId="2147483654"/>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285477559" sldId="2147483655"/>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699457932" sldId="2147483656"/>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2099984310" sldId="2147483657"/>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4172834664" sldId="2147483658"/>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2042236294" sldId="2147483659"/>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68316905" sldId="2147483660"/>
          </pc:sldLayoutMkLst>
        </pc:sldLayoutChg>
      </pc:sldMasterChg>
      <pc:sldMasterChg chg="add del addSldLayout delSldLayout modSldLayout">
        <pc:chgData name="Shirish Kamble" userId="S::s4974055@uq.edu.au::40d57ee5-e640-46d8-b696-01b2cc68181c" providerId="AD" clId="Web-{D0D2A758-0DA1-3135-77E2-5C36A5160D47}" dt="2026-08-24T08:55:01.855" v="1"/>
        <pc:sldMasterMkLst>
          <pc:docMk/>
          <pc:sldMasterMk cId="3151656044" sldId="2147483661"/>
        </pc:sldMasterMkLst>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463639771" sldId="2147483662"/>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42596720" sldId="2147483663"/>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701944845" sldId="2147483664"/>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041304489" sldId="2147483665"/>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767032298" sldId="2147483666"/>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901395114" sldId="2147483667"/>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144949711" sldId="2147483668"/>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004200235" sldId="2147483669"/>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210764879" sldId="2147483670"/>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455281947" sldId="2147483671"/>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439804054" sldId="2147483672"/>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344619571" sldId="2147483673"/>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996472790" sldId="2147483674"/>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493685062" sldId="2147483675"/>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899140441" sldId="2147483676"/>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594877478" sldId="2147483677"/>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018903883" sldId="2147483678"/>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31519299" sldId="2147483679"/>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221887242" sldId="2147483680"/>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243647773" sldId="2147483681"/>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139846390" sldId="2147483682"/>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288233441" sldId="2147483683"/>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515420636" sldId="2147483684"/>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959857410" sldId="2147483685"/>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627530538" sldId="2147483686"/>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062445786" sldId="2147483687"/>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837890293" sldId="2147483688"/>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129034445" sldId="2147483689"/>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870403988" sldId="2147483690"/>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175628127" sldId="2147483691"/>
          </pc:sldLayoutMkLst>
        </pc:sldLayoutChg>
      </pc:sldMasterChg>
      <pc:sldMasterChg chg="add del addSldLayout delSldLayout modSldLayout">
        <pc:chgData name="Shirish Kamble" userId="S::s4974055@uq.edu.au::40d57ee5-e640-46d8-b696-01b2cc68181c" providerId="AD" clId="Web-{D0D2A758-0DA1-3135-77E2-5C36A5160D47}" dt="2026-08-24T08:55:03.636" v="2"/>
        <pc:sldMasterMkLst>
          <pc:docMk/>
          <pc:sldMasterMk cId="50597519" sldId="2147483692"/>
        </pc:sldMasterMkLst>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740828059" sldId="2147483693"/>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234107464" sldId="2147483694"/>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911726265" sldId="2147483695"/>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041371668" sldId="2147483696"/>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980507397" sldId="2147483697"/>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702510984" sldId="2147483698"/>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400357878" sldId="2147483699"/>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221059237" sldId="2147483700"/>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998342252" sldId="2147483701"/>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156840048" sldId="2147483702"/>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4134254629" sldId="2147483703"/>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930076746" sldId="2147483704"/>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4231473009" sldId="2147483705"/>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7579235" sldId="2147483706"/>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872194187" sldId="2147483707"/>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043737943" sldId="2147483708"/>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4096024143" sldId="2147483709"/>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916401723" sldId="2147483710"/>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584853451" sldId="2147483711"/>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112840907" sldId="2147483712"/>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681772410" sldId="2147483713"/>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707719552" sldId="2147483714"/>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847842941" sldId="2147483715"/>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74011638" sldId="2147483716"/>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615054404" sldId="2147483717"/>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445994329" sldId="2147483718"/>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537874805" sldId="2147483719"/>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314339371" sldId="2147483720"/>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096122858" sldId="2147483721"/>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42336220" sldId="2147483722"/>
          </pc:sldLayoutMkLst>
        </pc:sldLayoutChg>
      </pc:sldMasterChg>
      <pc:sldMasterChg chg="add del addSldLayout delSldLayout modSldLayout">
        <pc:chgData name="Shirish Kamble" userId="S::s4974055@uq.edu.au::40d57ee5-e640-46d8-b696-01b2cc68181c" providerId="AD" clId="Web-{D0D2A758-0DA1-3135-77E2-5C36A5160D47}" dt="2026-08-24T08:55:10.073" v="3"/>
        <pc:sldMasterMkLst>
          <pc:docMk/>
          <pc:sldMasterMk cId="560370848" sldId="2147483723"/>
        </pc:sldMasterMkLst>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289111758" sldId="2147483724"/>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914992594" sldId="2147483725"/>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959747409" sldId="2147483726"/>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991557183" sldId="2147483727"/>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27887879" sldId="2147483728"/>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713623344" sldId="2147483729"/>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724153549" sldId="2147483730"/>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573992110" sldId="2147483731"/>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007437798" sldId="2147483732"/>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92802551" sldId="2147483733"/>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508206918" sldId="2147483734"/>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595176072" sldId="2147483735"/>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754236351" sldId="2147483736"/>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38362316" sldId="2147483737"/>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509415180" sldId="2147483738"/>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80398616" sldId="2147483739"/>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172063584" sldId="2147483740"/>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043175" sldId="2147483741"/>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1768953309" sldId="2147483742"/>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371106319" sldId="2147483743"/>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84800655" sldId="2147483744"/>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104616134" sldId="2147483745"/>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1782971482" sldId="2147483746"/>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100844615" sldId="2147483747"/>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573926162" sldId="2147483748"/>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627928669" sldId="2147483749"/>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1051618347" sldId="2147483750"/>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629855423" sldId="2147483751"/>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79642345" sldId="2147483752"/>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082665903" sldId="2147483753"/>
          </pc:sldLayoutMkLst>
        </pc:sldLayoutChg>
      </pc:sldMasterChg>
      <pc:sldMasterChg chg="add addSldLayout modSldLayout">
        <pc:chgData name="Shirish Kamble" userId="S::s4974055@uq.edu.au::40d57ee5-e640-46d8-b696-01b2cc68181c" providerId="AD" clId="Web-{D0D2A758-0DA1-3135-77E2-5C36A5160D47}" dt="2026-08-24T08:55:10.073" v="3"/>
        <pc:sldMasterMkLst>
          <pc:docMk/>
          <pc:sldMasterMk cId="3330205874" sldId="2147483754"/>
        </pc:sldMasterMkLst>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012596576" sldId="2147483755"/>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67746513" sldId="2147483756"/>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584793031" sldId="2147483757"/>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989763327" sldId="2147483758"/>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889416722" sldId="2147483759"/>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884256195" sldId="2147483760"/>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560356764" sldId="2147483761"/>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435092318" sldId="2147483762"/>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202876413" sldId="2147483763"/>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5452547" sldId="2147483764"/>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3500707204" sldId="2147483765"/>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785814062" sldId="2147483766"/>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023152378" sldId="2147483767"/>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435021473" sldId="2147483768"/>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678915205" sldId="2147483769"/>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266104571" sldId="2147483770"/>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830509776" sldId="2147483771"/>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742923327" sldId="2147483772"/>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915858235" sldId="2147483773"/>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3247344590" sldId="2147483774"/>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306703865" sldId="2147483775"/>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077825304" sldId="2147483776"/>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3412971283" sldId="2147483777"/>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533230242" sldId="2147483778"/>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777787345" sldId="2147483779"/>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3499913824" sldId="2147483780"/>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4150350659" sldId="2147483781"/>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050389612" sldId="2147483782"/>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689412998" sldId="2147483783"/>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477281427" sldId="2147483784"/>
          </pc:sldLayoutMkLst>
        </pc:sldLayoutChg>
      </pc:sldMasterChg>
    </pc:docChg>
  </pc:docChgLst>
  <pc:docChgLst>
    <pc:chgData name="Vim Mahakumbura" userId="d742d8eb-1b8a-4e06-893e-13481b9aa2b1" providerId="ADAL" clId="{9FB0F613-4EA5-47CC-8865-48593C89D213}"/>
    <pc:docChg chg="undo custSel addSld delSld modSld sldOrd">
      <pc:chgData name="Vim Mahakumbura" userId="d742d8eb-1b8a-4e06-893e-13481b9aa2b1" providerId="ADAL" clId="{9FB0F613-4EA5-47CC-8865-48593C89D213}" dt="2026-08-24T08:33:45.804" v="1775" actId="47"/>
      <pc:docMkLst>
        <pc:docMk/>
      </pc:docMkLst>
      <pc:sldChg chg="addSp modSp new mod">
        <pc:chgData name="Vim Mahakumbura" userId="d742d8eb-1b8a-4e06-893e-13481b9aa2b1" providerId="ADAL" clId="{9FB0F613-4EA5-47CC-8865-48593C89D213}" dt="2026-08-24T08:28:35.788" v="1463" actId="207"/>
        <pc:sldMkLst>
          <pc:docMk/>
          <pc:sldMk cId="3291430269" sldId="256"/>
        </pc:sldMkLst>
        <pc:spChg chg="mod">
          <ac:chgData name="Vim Mahakumbura" userId="d742d8eb-1b8a-4e06-893e-13481b9aa2b1" providerId="ADAL" clId="{9FB0F613-4EA5-47CC-8865-48593C89D213}" dt="2026-08-24T08:20:20.644" v="1280" actId="20577"/>
          <ac:spMkLst>
            <pc:docMk/>
            <pc:sldMk cId="3291430269" sldId="256"/>
            <ac:spMk id="2" creationId="{117233CE-08B6-7039-1406-43E434FA8F28}"/>
          </ac:spMkLst>
        </pc:spChg>
        <pc:spChg chg="add mod">
          <ac:chgData name="Vim Mahakumbura" userId="d742d8eb-1b8a-4e06-893e-13481b9aa2b1" providerId="ADAL" clId="{9FB0F613-4EA5-47CC-8865-48593C89D213}" dt="2026-08-24T08:28:35.788" v="1463" actId="207"/>
          <ac:spMkLst>
            <pc:docMk/>
            <pc:sldMk cId="3291430269" sldId="256"/>
            <ac:spMk id="4" creationId="{236C259C-FBB6-C6B1-C134-658F5EA67C8A}"/>
          </ac:spMkLst>
        </pc:spChg>
        <pc:spChg chg="mod">
          <ac:chgData name="Vim Mahakumbura" userId="d742d8eb-1b8a-4e06-893e-13481b9aa2b1" providerId="ADAL" clId="{9FB0F613-4EA5-47CC-8865-48593C89D213}" dt="2026-08-24T08:18:04.004" v="1190" actId="404"/>
          <ac:spMkLst>
            <pc:docMk/>
            <pc:sldMk cId="3291430269" sldId="256"/>
            <ac:spMk id="5" creationId="{E7ABDB73-4778-2DA8-77B6-7CABB5434089}"/>
          </ac:spMkLst>
        </pc:spChg>
        <pc:spChg chg="mod">
          <ac:chgData name="Vim Mahakumbura" userId="d742d8eb-1b8a-4e06-893e-13481b9aa2b1" providerId="ADAL" clId="{9FB0F613-4EA5-47CC-8865-48593C89D213}" dt="2026-08-24T08:20:00.807" v="1268" actId="1037"/>
          <ac:spMkLst>
            <pc:docMk/>
            <pc:sldMk cId="3291430269" sldId="256"/>
            <ac:spMk id="7" creationId="{94440068-7C20-94CF-A5BA-D3A87FFC4B33}"/>
          </ac:spMkLst>
        </pc:spChg>
        <pc:picChg chg="add mod">
          <ac:chgData name="Vim Mahakumbura" userId="d742d8eb-1b8a-4e06-893e-13481b9aa2b1" providerId="ADAL" clId="{9FB0F613-4EA5-47CC-8865-48593C89D213}" dt="2026-08-24T08:20:00.807" v="1268" actId="1037"/>
          <ac:picMkLst>
            <pc:docMk/>
            <pc:sldMk cId="3291430269" sldId="256"/>
            <ac:picMk id="3" creationId="{47C0D319-2D08-E129-7902-CEE6FB7805D5}"/>
          </ac:picMkLst>
        </pc:picChg>
      </pc:sldChg>
      <pc:sldChg chg="addSp delSp modSp new mod">
        <pc:chgData name="Vim Mahakumbura" userId="d742d8eb-1b8a-4e06-893e-13481b9aa2b1" providerId="ADAL" clId="{9FB0F613-4EA5-47CC-8865-48593C89D213}" dt="2026-08-24T08:30:10.379" v="1651" actId="1037"/>
        <pc:sldMkLst>
          <pc:docMk/>
          <pc:sldMk cId="2037775068" sldId="257"/>
        </pc:sldMkLst>
        <pc:spChg chg="mod">
          <ac:chgData name="Vim Mahakumbura" userId="d742d8eb-1b8a-4e06-893e-13481b9aa2b1" providerId="ADAL" clId="{9FB0F613-4EA5-47CC-8865-48593C89D213}" dt="2026-08-24T08:28:55.232" v="1466" actId="1076"/>
          <ac:spMkLst>
            <pc:docMk/>
            <pc:sldMk cId="2037775068" sldId="257"/>
            <ac:spMk id="2" creationId="{F196C71E-8565-3158-7386-4CFDAFBB06F2}"/>
          </ac:spMkLst>
        </pc:spChg>
        <pc:spChg chg="mod">
          <ac:chgData name="Vim Mahakumbura" userId="d742d8eb-1b8a-4e06-893e-13481b9aa2b1" providerId="ADAL" clId="{9FB0F613-4EA5-47CC-8865-48593C89D213}" dt="2026-08-24T08:24:23.906" v="1438" actId="1076"/>
          <ac:spMkLst>
            <pc:docMk/>
            <pc:sldMk cId="2037775068" sldId="257"/>
            <ac:spMk id="6" creationId="{C3A397C2-4C58-679F-0DA1-AA87B53F17A7}"/>
          </ac:spMkLst>
        </pc:spChg>
        <pc:spChg chg="mod">
          <ac:chgData name="Vim Mahakumbura" userId="d742d8eb-1b8a-4e06-893e-13481b9aa2b1" providerId="ADAL" clId="{9FB0F613-4EA5-47CC-8865-48593C89D213}" dt="2026-08-24T08:24:48.139" v="1451" actId="1076"/>
          <ac:spMkLst>
            <pc:docMk/>
            <pc:sldMk cId="2037775068" sldId="257"/>
            <ac:spMk id="7" creationId="{77F44CB9-E46F-DE9F-A3B9-53DCEAFDD70E}"/>
          </ac:spMkLst>
        </pc:spChg>
        <pc:spChg chg="mod">
          <ac:chgData name="Vim Mahakumbura" userId="d742d8eb-1b8a-4e06-893e-13481b9aa2b1" providerId="ADAL" clId="{9FB0F613-4EA5-47CC-8865-48593C89D213}" dt="2026-08-24T08:23:44.373" v="1424" actId="14100"/>
          <ac:spMkLst>
            <pc:docMk/>
            <pc:sldMk cId="2037775068" sldId="257"/>
            <ac:spMk id="8" creationId="{D9508618-000A-735A-E423-28C34E251090}"/>
          </ac:spMkLst>
        </pc:spChg>
        <pc:spChg chg="mod">
          <ac:chgData name="Vim Mahakumbura" userId="d742d8eb-1b8a-4e06-893e-13481b9aa2b1" providerId="ADAL" clId="{9FB0F613-4EA5-47CC-8865-48593C89D213}" dt="2026-08-24T08:24:19.423" v="1437" actId="1076"/>
          <ac:spMkLst>
            <pc:docMk/>
            <pc:sldMk cId="2037775068" sldId="257"/>
            <ac:spMk id="9" creationId="{025461E9-3423-C59F-7D97-B6C8205F7205}"/>
          </ac:spMkLst>
        </pc:spChg>
        <pc:spChg chg="mod">
          <ac:chgData name="Vim Mahakumbura" userId="d742d8eb-1b8a-4e06-893e-13481b9aa2b1" providerId="ADAL" clId="{9FB0F613-4EA5-47CC-8865-48593C89D213}" dt="2026-08-24T08:24:46.489" v="1450" actId="1076"/>
          <ac:spMkLst>
            <pc:docMk/>
            <pc:sldMk cId="2037775068" sldId="257"/>
            <ac:spMk id="10" creationId="{2636382D-1691-092A-980B-662AD341234A}"/>
          </ac:spMkLst>
        </pc:spChg>
        <pc:spChg chg="add mod">
          <ac:chgData name="Vim Mahakumbura" userId="d742d8eb-1b8a-4e06-893e-13481b9aa2b1" providerId="ADAL" clId="{9FB0F613-4EA5-47CC-8865-48593C89D213}" dt="2026-08-24T08:13:29.213" v="1163" actId="1076"/>
          <ac:spMkLst>
            <pc:docMk/>
            <pc:sldMk cId="2037775068" sldId="257"/>
            <ac:spMk id="12" creationId="{D2A9EEBE-48CF-6B69-DCB7-F6DADFE7E06C}"/>
          </ac:spMkLst>
        </pc:spChg>
        <pc:spChg chg="add mod">
          <ac:chgData name="Vim Mahakumbura" userId="d742d8eb-1b8a-4e06-893e-13481b9aa2b1" providerId="ADAL" clId="{9FB0F613-4EA5-47CC-8865-48593C89D213}" dt="2026-08-24T08:13:34.139" v="1164" actId="1076"/>
          <ac:spMkLst>
            <pc:docMk/>
            <pc:sldMk cId="2037775068" sldId="257"/>
            <ac:spMk id="14" creationId="{29FBF4B6-B4A6-0BF7-336F-1BFCD99DD761}"/>
          </ac:spMkLst>
        </pc:spChg>
        <pc:spChg chg="add mod">
          <ac:chgData name="Vim Mahakumbura" userId="d742d8eb-1b8a-4e06-893e-13481b9aa2b1" providerId="ADAL" clId="{9FB0F613-4EA5-47CC-8865-48593C89D213}" dt="2026-08-24T08:13:22.273" v="1160" actId="1076"/>
          <ac:spMkLst>
            <pc:docMk/>
            <pc:sldMk cId="2037775068" sldId="257"/>
            <ac:spMk id="16" creationId="{AB967543-AC96-D504-ACF2-33DCC8400B97}"/>
          </ac:spMkLst>
        </pc:spChg>
        <pc:spChg chg="add mod">
          <ac:chgData name="Vim Mahakumbura" userId="d742d8eb-1b8a-4e06-893e-13481b9aa2b1" providerId="ADAL" clId="{9FB0F613-4EA5-47CC-8865-48593C89D213}" dt="2026-08-24T08:12:43.057" v="1143" actId="1076"/>
          <ac:spMkLst>
            <pc:docMk/>
            <pc:sldMk cId="2037775068" sldId="257"/>
            <ac:spMk id="18" creationId="{16C68B41-4C58-6D06-5166-1BC4D7F4F817}"/>
          </ac:spMkLst>
        </pc:spChg>
        <pc:spChg chg="add mod">
          <ac:chgData name="Vim Mahakumbura" userId="d742d8eb-1b8a-4e06-893e-13481b9aa2b1" providerId="ADAL" clId="{9FB0F613-4EA5-47CC-8865-48593C89D213}" dt="2026-08-24T08:13:36.155" v="1165" actId="1076"/>
          <ac:spMkLst>
            <pc:docMk/>
            <pc:sldMk cId="2037775068" sldId="257"/>
            <ac:spMk id="20" creationId="{7B7D31E6-3664-4095-FCB5-8EBD1EF0A7DD}"/>
          </ac:spMkLst>
        </pc:spChg>
        <pc:spChg chg="add mod">
          <ac:chgData name="Vim Mahakumbura" userId="d742d8eb-1b8a-4e06-893e-13481b9aa2b1" providerId="ADAL" clId="{9FB0F613-4EA5-47CC-8865-48593C89D213}" dt="2026-08-24T08:23:35.792" v="1421" actId="404"/>
          <ac:spMkLst>
            <pc:docMk/>
            <pc:sldMk cId="2037775068" sldId="257"/>
            <ac:spMk id="22" creationId="{D202EFE5-C484-3D5E-183E-FABFE3C9F9AE}"/>
          </ac:spMkLst>
        </pc:spChg>
        <pc:spChg chg="add mod">
          <ac:chgData name="Vim Mahakumbura" userId="d742d8eb-1b8a-4e06-893e-13481b9aa2b1" providerId="ADAL" clId="{9FB0F613-4EA5-47CC-8865-48593C89D213}" dt="2026-08-24T08:24:44.739" v="1449" actId="14100"/>
          <ac:spMkLst>
            <pc:docMk/>
            <pc:sldMk cId="2037775068" sldId="257"/>
            <ac:spMk id="24" creationId="{F622FA80-C7FB-BC37-90F6-E64893B7DBC9}"/>
          </ac:spMkLst>
        </pc:spChg>
        <pc:spChg chg="add mod">
          <ac:chgData name="Vim Mahakumbura" userId="d742d8eb-1b8a-4e06-893e-13481b9aa2b1" providerId="ADAL" clId="{9FB0F613-4EA5-47CC-8865-48593C89D213}" dt="2026-08-24T08:24:28.790" v="1440" actId="1076"/>
          <ac:spMkLst>
            <pc:docMk/>
            <pc:sldMk cId="2037775068" sldId="257"/>
            <ac:spMk id="26" creationId="{B06308E3-51DE-4046-8DB3-CC2F87D67863}"/>
          </ac:spMkLst>
        </pc:spChg>
        <pc:spChg chg="add del">
          <ac:chgData name="Vim Mahakumbura" userId="d742d8eb-1b8a-4e06-893e-13481b9aa2b1" providerId="ADAL" clId="{9FB0F613-4EA5-47CC-8865-48593C89D213}" dt="2026-08-24T08:28:50.978" v="1465" actId="22"/>
          <ac:spMkLst>
            <pc:docMk/>
            <pc:sldMk cId="2037775068" sldId="257"/>
            <ac:spMk id="28" creationId="{1188551F-5D9C-1362-7E79-28B5FC8F31B5}"/>
          </ac:spMkLst>
        </pc:spChg>
        <pc:picChg chg="add">
          <ac:chgData name="Vim Mahakumbura" userId="d742d8eb-1b8a-4e06-893e-13481b9aa2b1" providerId="ADAL" clId="{9FB0F613-4EA5-47CC-8865-48593C89D213}" dt="2026-08-24T08:06:24.055" v="1009"/>
          <ac:picMkLst>
            <pc:docMk/>
            <pc:sldMk cId="2037775068" sldId="257"/>
            <ac:picMk id="3" creationId="{3E4C59BF-3149-BA1E-64F3-051BC069922D}"/>
          </ac:picMkLst>
        </pc:picChg>
        <pc:picChg chg="add del mod">
          <ac:chgData name="Vim Mahakumbura" userId="d742d8eb-1b8a-4e06-893e-13481b9aa2b1" providerId="ADAL" clId="{9FB0F613-4EA5-47CC-8865-48593C89D213}" dt="2026-08-24T08:07:50.372" v="1014" actId="478"/>
          <ac:picMkLst>
            <pc:docMk/>
            <pc:sldMk cId="2037775068" sldId="257"/>
            <ac:picMk id="4" creationId="{C479F7AC-9A7C-CA33-3339-ACC4DFA6198B}"/>
          </ac:picMkLst>
        </pc:picChg>
        <pc:picChg chg="add mod ord">
          <ac:chgData name="Vim Mahakumbura" userId="d742d8eb-1b8a-4e06-893e-13481b9aa2b1" providerId="ADAL" clId="{9FB0F613-4EA5-47CC-8865-48593C89D213}" dt="2026-08-24T08:24:30.525" v="1442" actId="1076"/>
          <ac:picMkLst>
            <pc:docMk/>
            <pc:sldMk cId="2037775068" sldId="257"/>
            <ac:picMk id="5" creationId="{B5BC7405-AFDA-8F7E-6575-FDF67FAF4AEB}"/>
          </ac:picMkLst>
        </pc:picChg>
        <pc:cxnChg chg="add mod">
          <ac:chgData name="Vim Mahakumbura" userId="d742d8eb-1b8a-4e06-893e-13481b9aa2b1" providerId="ADAL" clId="{9FB0F613-4EA5-47CC-8865-48593C89D213}" dt="2026-08-24T08:30:08.673" v="1650" actId="1037"/>
          <ac:cxnSpMkLst>
            <pc:docMk/>
            <pc:sldMk cId="2037775068" sldId="257"/>
            <ac:cxnSpMk id="30" creationId="{9F398159-12BC-095C-EB34-69D70A3D0CB6}"/>
          </ac:cxnSpMkLst>
        </pc:cxnChg>
        <pc:cxnChg chg="add mod">
          <ac:chgData name="Vim Mahakumbura" userId="d742d8eb-1b8a-4e06-893e-13481b9aa2b1" providerId="ADAL" clId="{9FB0F613-4EA5-47CC-8865-48593C89D213}" dt="2026-08-24T08:30:10.379" v="1651" actId="1037"/>
          <ac:cxnSpMkLst>
            <pc:docMk/>
            <pc:sldMk cId="2037775068" sldId="257"/>
            <ac:cxnSpMk id="31" creationId="{54B13109-25F1-A0A6-5C1A-B64E1111910F}"/>
          </ac:cxnSpMkLst>
        </pc:cxnChg>
      </pc:sldChg>
      <pc:sldChg chg="addSp modSp new del mod">
        <pc:chgData name="Vim Mahakumbura" userId="d742d8eb-1b8a-4e06-893e-13481b9aa2b1" providerId="ADAL" clId="{9FB0F613-4EA5-47CC-8865-48593C89D213}" dt="2026-08-24T08:01:14.336" v="1006" actId="47"/>
        <pc:sldMkLst>
          <pc:docMk/>
          <pc:sldMk cId="548884046" sldId="258"/>
        </pc:sldMkLst>
      </pc:sldChg>
      <pc:sldChg chg="addSp modSp new del mod">
        <pc:chgData name="Vim Mahakumbura" userId="d742d8eb-1b8a-4e06-893e-13481b9aa2b1" providerId="ADAL" clId="{9FB0F613-4EA5-47CC-8865-48593C89D213}" dt="2026-08-24T08:01:21.870" v="1007" actId="47"/>
        <pc:sldMkLst>
          <pc:docMk/>
          <pc:sldMk cId="1550743715" sldId="259"/>
        </pc:sldMkLst>
      </pc:sldChg>
      <pc:sldChg chg="addSp modSp new mod">
        <pc:chgData name="Vim Mahakumbura" userId="d742d8eb-1b8a-4e06-893e-13481b9aa2b1" providerId="ADAL" clId="{9FB0F613-4EA5-47CC-8865-48593C89D213}" dt="2026-08-24T08:32:07.822" v="1765"/>
        <pc:sldMkLst>
          <pc:docMk/>
          <pc:sldMk cId="935523701" sldId="260"/>
        </pc:sldMkLst>
        <pc:spChg chg="mod">
          <ac:chgData name="Vim Mahakumbura" userId="d742d8eb-1b8a-4e06-893e-13481b9aa2b1" providerId="ADAL" clId="{9FB0F613-4EA5-47CC-8865-48593C89D213}" dt="2026-08-20T09:56:56.179" v="617" actId="20577"/>
          <ac:spMkLst>
            <pc:docMk/>
            <pc:sldMk cId="935523701" sldId="260"/>
            <ac:spMk id="2" creationId="{75AEA72F-761D-0998-6F86-BBB6EDE666E3}"/>
          </ac:spMkLst>
        </pc:spChg>
        <pc:spChg chg="mod">
          <ac:chgData name="Vim Mahakumbura" userId="d742d8eb-1b8a-4e06-893e-13481b9aa2b1" providerId="ADAL" clId="{9FB0F613-4EA5-47CC-8865-48593C89D213}" dt="2026-08-20T09:57:53.510" v="634" actId="114"/>
          <ac:spMkLst>
            <pc:docMk/>
            <pc:sldMk cId="935523701" sldId="260"/>
            <ac:spMk id="3" creationId="{F683B02E-F373-2C0D-D5F1-DF05A0358B9E}"/>
          </ac:spMkLst>
        </pc:spChg>
        <pc:spChg chg="add">
          <ac:chgData name="Vim Mahakumbura" userId="d742d8eb-1b8a-4e06-893e-13481b9aa2b1" providerId="ADAL" clId="{9FB0F613-4EA5-47CC-8865-48593C89D213}" dt="2026-08-20T10:01:10.744" v="912" actId="22"/>
          <ac:spMkLst>
            <pc:docMk/>
            <pc:sldMk cId="935523701" sldId="260"/>
            <ac:spMk id="5" creationId="{F6C79C76-8286-9985-7757-57F8A85E5DE6}"/>
          </ac:spMkLst>
        </pc:spChg>
        <pc:cxnChg chg="add mod">
          <ac:chgData name="Vim Mahakumbura" userId="d742d8eb-1b8a-4e06-893e-13481b9aa2b1" providerId="ADAL" clId="{9FB0F613-4EA5-47CC-8865-48593C89D213}" dt="2026-08-24T08:32:07.822" v="1765"/>
          <ac:cxnSpMkLst>
            <pc:docMk/>
            <pc:sldMk cId="935523701" sldId="260"/>
            <ac:cxnSpMk id="4" creationId="{E782D89C-8BC3-EBF7-1730-C5FD54D9ADF6}"/>
          </ac:cxnSpMkLst>
        </pc:cxnChg>
        <pc:cxnChg chg="add mod">
          <ac:chgData name="Vim Mahakumbura" userId="d742d8eb-1b8a-4e06-893e-13481b9aa2b1" providerId="ADAL" clId="{9FB0F613-4EA5-47CC-8865-48593C89D213}" dt="2026-08-24T08:32:07.822" v="1765"/>
          <ac:cxnSpMkLst>
            <pc:docMk/>
            <pc:sldMk cId="935523701" sldId="260"/>
            <ac:cxnSpMk id="6" creationId="{0207837F-2488-335B-B978-4FBBDC2E0798}"/>
          </ac:cxnSpMkLst>
        </pc:cxnChg>
      </pc:sldChg>
      <pc:sldChg chg="addSp modSp new del mod">
        <pc:chgData name="Vim Mahakumbura" userId="d742d8eb-1b8a-4e06-893e-13481b9aa2b1" providerId="ADAL" clId="{9FB0F613-4EA5-47CC-8865-48593C89D213}" dt="2026-08-24T08:01:35.424" v="1008" actId="47"/>
        <pc:sldMkLst>
          <pc:docMk/>
          <pc:sldMk cId="2390027021" sldId="261"/>
        </pc:sldMkLst>
      </pc:sldChg>
      <pc:sldChg chg="addSp delSp modSp add del mod ord">
        <pc:chgData name="Vim Mahakumbura" userId="d742d8eb-1b8a-4e06-893e-13481b9aa2b1" providerId="ADAL" clId="{9FB0F613-4EA5-47CC-8865-48593C89D213}" dt="2026-08-24T08:00:59.770" v="1005" actId="47"/>
        <pc:sldMkLst>
          <pc:docMk/>
          <pc:sldMk cId="3251886831" sldId="262"/>
        </pc:sldMkLst>
      </pc:sldChg>
      <pc:sldChg chg="del mod modShow">
        <pc:chgData name="Vim Mahakumbura" userId="d742d8eb-1b8a-4e06-893e-13481b9aa2b1" providerId="ADAL" clId="{9FB0F613-4EA5-47CC-8865-48593C89D213}" dt="2026-08-24T08:33:45.804" v="1775" actId="47"/>
        <pc:sldMkLst>
          <pc:docMk/>
          <pc:sldMk cId="2951960762" sldId="263"/>
        </pc:sldMkLst>
      </pc:sldChg>
      <pc:sldChg chg="addSp modSp">
        <pc:chgData name="Vim Mahakumbura" userId="d742d8eb-1b8a-4e06-893e-13481b9aa2b1" providerId="ADAL" clId="{9FB0F613-4EA5-47CC-8865-48593C89D213}" dt="2026-08-24T08:32:09.805" v="1766"/>
        <pc:sldMkLst>
          <pc:docMk/>
          <pc:sldMk cId="1016914343" sldId="264"/>
        </pc:sldMkLst>
        <pc:cxnChg chg="add mod">
          <ac:chgData name="Vim Mahakumbura" userId="d742d8eb-1b8a-4e06-893e-13481b9aa2b1" providerId="ADAL" clId="{9FB0F613-4EA5-47CC-8865-48593C89D213}" dt="2026-08-24T08:32:09.805" v="1766"/>
          <ac:cxnSpMkLst>
            <pc:docMk/>
            <pc:sldMk cId="1016914343" sldId="264"/>
            <ac:cxnSpMk id="5" creationId="{ED23FA0C-5EFD-20F2-C05D-DF4451EF190B}"/>
          </ac:cxnSpMkLst>
        </pc:cxnChg>
        <pc:cxnChg chg="add mod">
          <ac:chgData name="Vim Mahakumbura" userId="d742d8eb-1b8a-4e06-893e-13481b9aa2b1" providerId="ADAL" clId="{9FB0F613-4EA5-47CC-8865-48593C89D213}" dt="2026-08-24T08:32:09.805" v="1766"/>
          <ac:cxnSpMkLst>
            <pc:docMk/>
            <pc:sldMk cId="1016914343" sldId="264"/>
            <ac:cxnSpMk id="30" creationId="{A5FB0E6B-531C-C14D-7B8D-3B4401DBB5EB}"/>
          </ac:cxnSpMkLst>
        </pc:cxnChg>
      </pc:sldChg>
      <pc:sldChg chg="del">
        <pc:chgData name="Vim Mahakumbura" userId="d742d8eb-1b8a-4e06-893e-13481b9aa2b1" providerId="ADAL" clId="{9FB0F613-4EA5-47CC-8865-48593C89D213}" dt="2026-08-24T08:25:53.237" v="1453" actId="47"/>
        <pc:sldMkLst>
          <pc:docMk/>
          <pc:sldMk cId="1498516157" sldId="265"/>
        </pc:sldMkLst>
      </pc:sldChg>
      <pc:sldChg chg="del">
        <pc:chgData name="Vim Mahakumbura" userId="d742d8eb-1b8a-4e06-893e-13481b9aa2b1" providerId="ADAL" clId="{9FB0F613-4EA5-47CC-8865-48593C89D213}" dt="2026-08-24T08:20:36.519" v="1281" actId="47"/>
        <pc:sldMkLst>
          <pc:docMk/>
          <pc:sldMk cId="1945292269" sldId="266"/>
        </pc:sldMkLst>
      </pc:sldChg>
      <pc:sldChg chg="addSp delSp modSp mod modNotesTx">
        <pc:chgData name="Vim Mahakumbura" userId="d742d8eb-1b8a-4e06-893e-13481b9aa2b1" providerId="ADAL" clId="{9FB0F613-4EA5-47CC-8865-48593C89D213}" dt="2026-08-24T08:33:41.505" v="1774" actId="20577"/>
        <pc:sldMkLst>
          <pc:docMk/>
          <pc:sldMk cId="2669147823" sldId="267"/>
        </pc:sldMkLst>
        <pc:spChg chg="mod">
          <ac:chgData name="Vim Mahakumbura" userId="d742d8eb-1b8a-4e06-893e-13481b9aa2b1" providerId="ADAL" clId="{9FB0F613-4EA5-47CC-8865-48593C89D213}" dt="2026-08-24T08:30:30.022" v="1655" actId="1076"/>
          <ac:spMkLst>
            <pc:docMk/>
            <pc:sldMk cId="2669147823" sldId="267"/>
            <ac:spMk id="2" creationId="{FC0220E1-92BD-FA0B-B8B1-D52E70151329}"/>
          </ac:spMkLst>
        </pc:spChg>
        <pc:spChg chg="mod">
          <ac:chgData name="Vim Mahakumbura" userId="d742d8eb-1b8a-4e06-893e-13481b9aa2b1" providerId="ADAL" clId="{9FB0F613-4EA5-47CC-8865-48593C89D213}" dt="2026-08-24T08:31:14.505" v="1749" actId="1037"/>
          <ac:spMkLst>
            <pc:docMk/>
            <pc:sldMk cId="2669147823" sldId="267"/>
            <ac:spMk id="7" creationId="{8050B3F9-E044-FE64-0887-335EC38C381E}"/>
          </ac:spMkLst>
        </pc:spChg>
        <pc:spChg chg="mod">
          <ac:chgData name="Vim Mahakumbura" userId="d742d8eb-1b8a-4e06-893e-13481b9aa2b1" providerId="ADAL" clId="{9FB0F613-4EA5-47CC-8865-48593C89D213}" dt="2026-08-24T08:31:24.073" v="1764" actId="1037"/>
          <ac:spMkLst>
            <pc:docMk/>
            <pc:sldMk cId="2669147823" sldId="267"/>
            <ac:spMk id="11" creationId="{C64D74CA-3434-AA7C-F696-AB1522945936}"/>
          </ac:spMkLst>
        </pc:spChg>
        <pc:spChg chg="mod">
          <ac:chgData name="Vim Mahakumbura" userId="d742d8eb-1b8a-4e06-893e-13481b9aa2b1" providerId="ADAL" clId="{9FB0F613-4EA5-47CC-8865-48593C89D213}" dt="2026-08-24T08:31:19.267" v="1757" actId="1037"/>
          <ac:spMkLst>
            <pc:docMk/>
            <pc:sldMk cId="2669147823" sldId="267"/>
            <ac:spMk id="15" creationId="{55894067-B958-1011-14F0-3BF85F8AA865}"/>
          </ac:spMkLst>
        </pc:spChg>
        <pc:spChg chg="add del">
          <ac:chgData name="Vim Mahakumbura" userId="d742d8eb-1b8a-4e06-893e-13481b9aa2b1" providerId="ADAL" clId="{9FB0F613-4EA5-47CC-8865-48593C89D213}" dt="2026-08-24T08:31:02.906" v="1708" actId="34122"/>
          <ac:spMkLst>
            <pc:docMk/>
            <pc:sldMk cId="2669147823" sldId="267"/>
            <ac:spMk id="23" creationId="{39A3E47D-257C-4E8F-8309-CB18A93BF64D}"/>
          </ac:spMkLst>
        </pc:spChg>
        <pc:spChg chg="add del">
          <ac:chgData name="Vim Mahakumbura" userId="d742d8eb-1b8a-4e06-893e-13481b9aa2b1" providerId="ADAL" clId="{9FB0F613-4EA5-47CC-8865-48593C89D213}" dt="2026-08-24T08:31:00.373" v="1706" actId="34122"/>
          <ac:spMkLst>
            <pc:docMk/>
            <pc:sldMk cId="2669147823" sldId="267"/>
            <ac:spMk id="23" creationId="{6F47AB65-2492-4DE6-B422-BFD4DBB823D1}"/>
          </ac:spMkLst>
        </pc:spChg>
        <pc:spChg chg="mod">
          <ac:chgData name="Vim Mahakumbura" userId="d742d8eb-1b8a-4e06-893e-13481b9aa2b1" providerId="ADAL" clId="{9FB0F613-4EA5-47CC-8865-48593C89D213}" dt="2026-08-24T08:31:14.505" v="1749" actId="1037"/>
          <ac:spMkLst>
            <pc:docMk/>
            <pc:sldMk cId="2669147823" sldId="267"/>
            <ac:spMk id="25" creationId="{56501C58-8839-B03F-ADB8-3576ECBC669E}"/>
          </ac:spMkLst>
        </pc:spChg>
        <pc:spChg chg="mod">
          <ac:chgData name="Vim Mahakumbura" userId="d742d8eb-1b8a-4e06-893e-13481b9aa2b1" providerId="ADAL" clId="{9FB0F613-4EA5-47CC-8865-48593C89D213}" dt="2026-08-24T08:31:19.267" v="1757" actId="1037"/>
          <ac:spMkLst>
            <pc:docMk/>
            <pc:sldMk cId="2669147823" sldId="267"/>
            <ac:spMk id="35" creationId="{8A531D50-7362-1783-0B8F-4DDD7B37C956}"/>
          </ac:spMkLst>
        </pc:spChg>
        <pc:spChg chg="mod">
          <ac:chgData name="Vim Mahakumbura" userId="d742d8eb-1b8a-4e06-893e-13481b9aa2b1" providerId="ADAL" clId="{9FB0F613-4EA5-47CC-8865-48593C89D213}" dt="2026-08-24T08:31:24.073" v="1764" actId="1037"/>
          <ac:spMkLst>
            <pc:docMk/>
            <pc:sldMk cId="2669147823" sldId="267"/>
            <ac:spMk id="36" creationId="{D3E7DCEC-886E-E45D-E336-56979A4F1DCD}"/>
          </ac:spMkLst>
        </pc:spChg>
        <pc:picChg chg="mod">
          <ac:chgData name="Vim Mahakumbura" userId="d742d8eb-1b8a-4e06-893e-13481b9aa2b1" providerId="ADAL" clId="{9FB0F613-4EA5-47CC-8865-48593C89D213}" dt="2026-08-24T08:31:14.505" v="1749" actId="1037"/>
          <ac:picMkLst>
            <pc:docMk/>
            <pc:sldMk cId="2669147823" sldId="267"/>
            <ac:picMk id="9" creationId="{00CEE301-50B9-FAB9-AB47-9907AD725222}"/>
          </ac:picMkLst>
        </pc:picChg>
        <pc:picChg chg="mod">
          <ac:chgData name="Vim Mahakumbura" userId="d742d8eb-1b8a-4e06-893e-13481b9aa2b1" providerId="ADAL" clId="{9FB0F613-4EA5-47CC-8865-48593C89D213}" dt="2026-08-24T08:31:19.267" v="1757" actId="1037"/>
          <ac:picMkLst>
            <pc:docMk/>
            <pc:sldMk cId="2669147823" sldId="267"/>
            <ac:picMk id="13" creationId="{9F31A8EA-0EEC-CB3B-5ACE-F8F55D7587A1}"/>
          </ac:picMkLst>
        </pc:picChg>
        <pc:picChg chg="mod">
          <ac:chgData name="Vim Mahakumbura" userId="d742d8eb-1b8a-4e06-893e-13481b9aa2b1" providerId="ADAL" clId="{9FB0F613-4EA5-47CC-8865-48593C89D213}" dt="2026-08-24T08:31:24.073" v="1764" actId="1037"/>
          <ac:picMkLst>
            <pc:docMk/>
            <pc:sldMk cId="2669147823" sldId="267"/>
            <ac:picMk id="21" creationId="{F943E1D7-9EF9-3025-CBB6-5010C180A1E4}"/>
          </ac:picMkLst>
        </pc:picChg>
        <pc:inkChg chg="add del mod">
          <ac:chgData name="Vim Mahakumbura" userId="d742d8eb-1b8a-4e06-893e-13481b9aa2b1" providerId="ADAL" clId="{9FB0F613-4EA5-47CC-8865-48593C89D213}" dt="2026-08-24T08:31:14.505" v="1749" actId="1037"/>
          <ac:inkMkLst>
            <pc:docMk/>
            <pc:sldMk cId="2669147823" sldId="267"/>
            <ac:inkMk id="41" creationId="{FA8AF820-6F80-6E35-6799-083F75973856}"/>
          </ac:inkMkLst>
        </pc:inkChg>
        <pc:inkChg chg="mod">
          <ac:chgData name="Vim Mahakumbura" userId="d742d8eb-1b8a-4e06-893e-13481b9aa2b1" providerId="ADAL" clId="{9FB0F613-4EA5-47CC-8865-48593C89D213}" dt="2026-08-24T08:31:19.267" v="1757" actId="1037"/>
          <ac:inkMkLst>
            <pc:docMk/>
            <pc:sldMk cId="2669147823" sldId="267"/>
            <ac:inkMk id="44" creationId="{AFBF1A90-40D9-8318-A1AC-8F430564AB8B}"/>
          </ac:inkMkLst>
        </pc:inkChg>
        <pc:inkChg chg="mod">
          <ac:chgData name="Vim Mahakumbura" userId="d742d8eb-1b8a-4e06-893e-13481b9aa2b1" providerId="ADAL" clId="{9FB0F613-4EA5-47CC-8865-48593C89D213}" dt="2026-08-24T08:31:24.073" v="1764" actId="1037"/>
          <ac:inkMkLst>
            <pc:docMk/>
            <pc:sldMk cId="2669147823" sldId="267"/>
            <ac:inkMk id="45" creationId="{7446BF6E-2EA0-F026-E1FA-322D34481B2C}"/>
          </ac:inkMkLst>
        </pc:inkChg>
        <pc:cxnChg chg="add mod">
          <ac:chgData name="Vim Mahakumbura" userId="d742d8eb-1b8a-4e06-893e-13481b9aa2b1" providerId="ADAL" clId="{9FB0F613-4EA5-47CC-8865-48593C89D213}" dt="2026-08-24T08:30:24.522" v="1654"/>
          <ac:cxnSpMkLst>
            <pc:docMk/>
            <pc:sldMk cId="2669147823" sldId="267"/>
            <ac:cxnSpMk id="3" creationId="{B6FC73FB-56AF-51CF-2AA5-6CA033B73CB5}"/>
          </ac:cxnSpMkLst>
        </pc:cxnChg>
        <pc:cxnChg chg="add mod">
          <ac:chgData name="Vim Mahakumbura" userId="d742d8eb-1b8a-4e06-893e-13481b9aa2b1" providerId="ADAL" clId="{9FB0F613-4EA5-47CC-8865-48593C89D213}" dt="2026-08-24T08:30:24.522" v="1654"/>
          <ac:cxnSpMkLst>
            <pc:docMk/>
            <pc:sldMk cId="2669147823" sldId="267"/>
            <ac:cxnSpMk id="4" creationId="{CF8A6DB0-EC74-662D-A7F3-3B2D2C7BC836}"/>
          </ac:cxnSpMkLst>
        </pc:cxnChg>
      </pc:sldChg>
      <pc:sldChg chg="addSp modSp add setBg">
        <pc:chgData name="Vim Mahakumbura" userId="d742d8eb-1b8a-4e06-893e-13481b9aa2b1" providerId="ADAL" clId="{9FB0F613-4EA5-47CC-8865-48593C89D213}" dt="2026-08-24T08:30:17.048" v="1652"/>
        <pc:sldMkLst>
          <pc:docMk/>
          <pc:sldMk cId="0" sldId="269"/>
        </pc:sldMkLst>
        <pc:cxnChg chg="add mod">
          <ac:chgData name="Vim Mahakumbura" userId="d742d8eb-1b8a-4e06-893e-13481b9aa2b1" providerId="ADAL" clId="{9FB0F613-4EA5-47CC-8865-48593C89D213}" dt="2026-08-24T08:30:17.048" v="1652"/>
          <ac:cxnSpMkLst>
            <pc:docMk/>
            <pc:sldMk cId="0" sldId="269"/>
            <ac:cxnSpMk id="5" creationId="{2B9CF8AE-1C63-855E-86B8-72D9E784FE66}"/>
          </ac:cxnSpMkLst>
        </pc:cxnChg>
        <pc:cxnChg chg="add mod">
          <ac:chgData name="Vim Mahakumbura" userId="d742d8eb-1b8a-4e06-893e-13481b9aa2b1" providerId="ADAL" clId="{9FB0F613-4EA5-47CC-8865-48593C89D213}" dt="2026-08-24T08:30:17.048" v="1652"/>
          <ac:cxnSpMkLst>
            <pc:docMk/>
            <pc:sldMk cId="0" sldId="269"/>
            <ac:cxnSpMk id="6" creationId="{B4DD0887-7A31-3877-8373-CD8AE0C81694}"/>
          </ac:cxnSpMkLst>
        </pc:cxnChg>
      </pc:sldChg>
    </pc:docChg>
  </pc:docChgLst>
  <pc:docChgLst>
    <pc:chgData name="Vim Mahakumbura" userId="S::s4982539@uq.edu.au::d742d8eb-1b8a-4e06-893e-13481b9aa2b1" providerId="AD" clId="Web-{96D5FF4F-C893-BB91-0482-8A8F0C048FDD}"/>
    <pc:docChg chg="modSld">
      <pc:chgData name="Vim Mahakumbura" userId="S::s4982539@uq.edu.au::d742d8eb-1b8a-4e06-893e-13481b9aa2b1" providerId="AD" clId="Web-{96D5FF4F-C893-BB91-0482-8A8F0C048FDD}" dt="2026-08-23T22:15:53.403" v="44"/>
      <pc:docMkLst>
        <pc:docMk/>
      </pc:docMkLst>
      <pc:sldChg chg="modNotes">
        <pc:chgData name="Vim Mahakumbura" userId="S::s4982539@uq.edu.au::d742d8eb-1b8a-4e06-893e-13481b9aa2b1" providerId="AD" clId="Web-{96D5FF4F-C893-BB91-0482-8A8F0C048FDD}" dt="2026-08-23T22:15:53.403" v="44"/>
        <pc:sldMkLst>
          <pc:docMk/>
          <pc:sldMk cId="2037775068" sldId="257"/>
        </pc:sldMkLst>
      </pc:sldChg>
      <pc:sldChg chg="modSp">
        <pc:chgData name="Vim Mahakumbura" userId="S::s4982539@uq.edu.au::d742d8eb-1b8a-4e06-893e-13481b9aa2b1" providerId="AD" clId="Web-{96D5FF4F-C893-BB91-0482-8A8F0C048FDD}" dt="2026-08-23T22:14:07.962" v="43" actId="20577"/>
        <pc:sldMkLst>
          <pc:docMk/>
          <pc:sldMk cId="1945292269" sldId="266"/>
        </pc:sldMkLst>
        <pc:spChg chg="mod">
          <ac:chgData name="Vim Mahakumbura" userId="S::s4982539@uq.edu.au::d742d8eb-1b8a-4e06-893e-13481b9aa2b1" providerId="AD" clId="Web-{96D5FF4F-C893-BB91-0482-8A8F0C048FDD}" dt="2026-08-23T22:14:07.962" v="43" actId="20577"/>
          <ac:spMkLst>
            <pc:docMk/>
            <pc:sldMk cId="1945292269" sldId="266"/>
            <ac:spMk id="6" creationId="{9657C79F-197C-BB14-64ED-CED33032242C}"/>
          </ac:spMkLst>
        </pc:spChg>
      </pc:sldChg>
    </pc:docChg>
  </pc:docChgLst>
  <pc:docChgLst>
    <pc:chgData name="Vim Mahakumbura" userId="S::s4982539@uq.edu.au::d742d8eb-1b8a-4e06-893e-13481b9aa2b1" providerId="AD" clId="Web-{C2F348AD-1B56-4FF6-83A7-B6F355D946D8}"/>
    <pc:docChg chg="mod addSld delSld modSld">
      <pc:chgData name="Vim Mahakumbura" userId="S::s4982539@uq.edu.au::d742d8eb-1b8a-4e06-893e-13481b9aa2b1" providerId="AD" clId="Web-{C2F348AD-1B56-4FF6-83A7-B6F355D946D8}" dt="2026-08-23T08:59:00.247" v="2214" actId="1076"/>
      <pc:docMkLst>
        <pc:docMk/>
      </pc:docMkLst>
      <pc:sldChg chg="addSp delSp modSp">
        <pc:chgData name="Vim Mahakumbura" userId="S::s4982539@uq.edu.au::d742d8eb-1b8a-4e06-893e-13481b9aa2b1" providerId="AD" clId="Web-{C2F348AD-1B56-4FF6-83A7-B6F355D946D8}" dt="2026-08-23T07:12:49.146" v="226"/>
        <pc:sldMkLst>
          <pc:docMk/>
          <pc:sldMk cId="2037775068" sldId="257"/>
        </pc:sldMkLst>
        <pc:spChg chg="mod">
          <ac:chgData name="Vim Mahakumbura" userId="S::s4982539@uq.edu.au::d742d8eb-1b8a-4e06-893e-13481b9aa2b1" providerId="AD" clId="Web-{C2F348AD-1B56-4FF6-83A7-B6F355D946D8}" dt="2026-08-23T04:43:21.788" v="221" actId="1076"/>
          <ac:spMkLst>
            <pc:docMk/>
            <pc:sldMk cId="2037775068" sldId="257"/>
            <ac:spMk id="3" creationId="{BE34EC9D-3045-5E95-A814-8D15E70592EA}"/>
          </ac:spMkLst>
        </pc:spChg>
        <pc:spChg chg="del mod">
          <ac:chgData name="Vim Mahakumbura" userId="S::s4982539@uq.edu.au::d742d8eb-1b8a-4e06-893e-13481b9aa2b1" providerId="AD" clId="Web-{C2F348AD-1B56-4FF6-83A7-B6F355D946D8}" dt="2026-08-23T07:12:49.146" v="226"/>
          <ac:spMkLst>
            <pc:docMk/>
            <pc:sldMk cId="2037775068" sldId="257"/>
            <ac:spMk id="4" creationId="{3DD583CA-5B6B-F915-2266-71A035912609}"/>
          </ac:spMkLst>
        </pc:spChg>
        <pc:spChg chg="add mod">
          <ac:chgData name="Vim Mahakumbura" userId="S::s4982539@uq.edu.au::d742d8eb-1b8a-4e06-893e-13481b9aa2b1" providerId="AD" clId="Web-{C2F348AD-1B56-4FF6-83A7-B6F355D946D8}" dt="2026-08-23T04:43:24.085" v="222" actId="1076"/>
          <ac:spMkLst>
            <pc:docMk/>
            <pc:sldMk cId="2037775068" sldId="257"/>
            <ac:spMk id="5" creationId="{CFEC951E-5315-5965-587B-D850F32D5B2C}"/>
          </ac:spMkLst>
        </pc:spChg>
      </pc:sldChg>
      <pc:sldChg chg="modSp">
        <pc:chgData name="Vim Mahakumbura" userId="S::s4982539@uq.edu.au::d742d8eb-1b8a-4e06-893e-13481b9aa2b1" providerId="AD" clId="Web-{C2F348AD-1B56-4FF6-83A7-B6F355D946D8}" dt="2026-08-23T04:22:32.735" v="180" actId="1076"/>
        <pc:sldMkLst>
          <pc:docMk/>
          <pc:sldMk cId="3251886831" sldId="262"/>
        </pc:sldMkLst>
        <pc:spChg chg="mod">
          <ac:chgData name="Vim Mahakumbura" userId="S::s4982539@uq.edu.au::d742d8eb-1b8a-4e06-893e-13481b9aa2b1" providerId="AD" clId="Web-{C2F348AD-1B56-4FF6-83A7-B6F355D946D8}" dt="2026-08-23T04:22:32.735" v="180" actId="1076"/>
          <ac:spMkLst>
            <pc:docMk/>
            <pc:sldMk cId="3251886831" sldId="262"/>
            <ac:spMk id="3" creationId="{CB0CB4AC-341B-4E81-284D-B57710604012}"/>
          </ac:spMkLst>
        </pc:spChg>
      </pc:sldChg>
      <pc:sldChg chg="addSp delSp modSp add replId modNotes">
        <pc:chgData name="Vim Mahakumbura" userId="S::s4982539@uq.edu.au::d742d8eb-1b8a-4e06-893e-13481b9aa2b1" providerId="AD" clId="Web-{C2F348AD-1B56-4FF6-83A7-B6F355D946D8}" dt="2026-08-23T07:40:02.509" v="1800"/>
        <pc:sldMkLst>
          <pc:docMk/>
          <pc:sldMk cId="2951960762" sldId="263"/>
        </pc:sldMkLst>
        <pc:spChg chg="mod">
          <ac:chgData name="Vim Mahakumbura" userId="S::s4982539@uq.edu.au::d742d8eb-1b8a-4e06-893e-13481b9aa2b1" providerId="AD" clId="Web-{C2F348AD-1B56-4FF6-83A7-B6F355D946D8}" dt="2026-08-23T04:07:51.944" v="123" actId="20577"/>
          <ac:spMkLst>
            <pc:docMk/>
            <pc:sldMk cId="2951960762" sldId="263"/>
            <ac:spMk id="2" creationId="{CBBC0B4A-3BB8-C8AB-9D57-6C3DC286A3A7}"/>
          </ac:spMkLst>
        </pc:spChg>
        <pc:spChg chg="mod">
          <ac:chgData name="Vim Mahakumbura" userId="S::s4982539@uq.edu.au::d742d8eb-1b8a-4e06-893e-13481b9aa2b1" providerId="AD" clId="Web-{C2F348AD-1B56-4FF6-83A7-B6F355D946D8}" dt="2026-08-23T03:59:15.471" v="39" actId="20577"/>
          <ac:spMkLst>
            <pc:docMk/>
            <pc:sldMk cId="2951960762" sldId="263"/>
            <ac:spMk id="3" creationId="{65533174-2308-55BF-BFB6-8E0AD314F5A9}"/>
          </ac:spMkLst>
        </pc:spChg>
        <pc:spChg chg="del mod">
          <ac:chgData name="Vim Mahakumbura" userId="S::s4982539@uq.edu.au::d742d8eb-1b8a-4e06-893e-13481b9aa2b1" providerId="AD" clId="Web-{C2F348AD-1B56-4FF6-83A7-B6F355D946D8}" dt="2026-08-23T03:49:54.425" v="2"/>
          <ac:spMkLst>
            <pc:docMk/>
            <pc:sldMk cId="2951960762" sldId="263"/>
            <ac:spMk id="5" creationId="{C82595D1-0ACE-A3B3-78D7-500179C5B091}"/>
          </ac:spMkLst>
        </pc:spChg>
        <pc:spChg chg="add mod">
          <ac:chgData name="Vim Mahakumbura" userId="S::s4982539@uq.edu.au::d742d8eb-1b8a-4e06-893e-13481b9aa2b1" providerId="AD" clId="Web-{C2F348AD-1B56-4FF6-83A7-B6F355D946D8}" dt="2026-08-23T04:08:03.241" v="124" actId="1076"/>
          <ac:spMkLst>
            <pc:docMk/>
            <pc:sldMk cId="2951960762" sldId="263"/>
            <ac:spMk id="7" creationId="{6F61B941-BED1-D2E3-FE1F-FA803F1151CB}"/>
          </ac:spMkLst>
        </pc:spChg>
        <pc:spChg chg="add mod">
          <ac:chgData name="Vim Mahakumbura" userId="S::s4982539@uq.edu.au::d742d8eb-1b8a-4e06-893e-13481b9aa2b1" providerId="AD" clId="Web-{C2F348AD-1B56-4FF6-83A7-B6F355D946D8}" dt="2026-08-23T04:08:19.288" v="129" actId="1076"/>
          <ac:spMkLst>
            <pc:docMk/>
            <pc:sldMk cId="2951960762" sldId="263"/>
            <ac:spMk id="10" creationId="{60085146-1132-B9D2-8268-3B4D55C07B86}"/>
          </ac:spMkLst>
        </pc:spChg>
        <pc:spChg chg="add mod">
          <ac:chgData name="Vim Mahakumbura" userId="S::s4982539@uq.edu.au::d742d8eb-1b8a-4e06-893e-13481b9aa2b1" providerId="AD" clId="Web-{C2F348AD-1B56-4FF6-83A7-B6F355D946D8}" dt="2026-08-23T04:08:19.304" v="130" actId="1076"/>
          <ac:spMkLst>
            <pc:docMk/>
            <pc:sldMk cId="2951960762" sldId="263"/>
            <ac:spMk id="11" creationId="{30F7831D-E1B9-A25F-9128-AEEBF67C2B66}"/>
          </ac:spMkLst>
        </pc:spChg>
        <pc:spChg chg="add mod">
          <ac:chgData name="Vim Mahakumbura" userId="S::s4982539@uq.edu.au::d742d8eb-1b8a-4e06-893e-13481b9aa2b1" providerId="AD" clId="Web-{C2F348AD-1B56-4FF6-83A7-B6F355D946D8}" dt="2026-08-23T04:09:31.494" v="165" actId="20577"/>
          <ac:spMkLst>
            <pc:docMk/>
            <pc:sldMk cId="2951960762" sldId="263"/>
            <ac:spMk id="13" creationId="{439233C7-8FC6-1901-B27C-0B3FEA7C9DA7}"/>
          </ac:spMkLst>
        </pc:spChg>
        <pc:spChg chg="add mod">
          <ac:chgData name="Vim Mahakumbura" userId="S::s4982539@uq.edu.au::d742d8eb-1b8a-4e06-893e-13481b9aa2b1" providerId="AD" clId="Web-{C2F348AD-1B56-4FF6-83A7-B6F355D946D8}" dt="2026-08-23T04:09:40.322" v="167" actId="1076"/>
          <ac:spMkLst>
            <pc:docMk/>
            <pc:sldMk cId="2951960762" sldId="263"/>
            <ac:spMk id="14" creationId="{2201888A-69F6-4609-F903-112A57563777}"/>
          </ac:spMkLst>
        </pc:spChg>
        <pc:spChg chg="add mod">
          <ac:chgData name="Vim Mahakumbura" userId="S::s4982539@uq.edu.au::d742d8eb-1b8a-4e06-893e-13481b9aa2b1" providerId="AD" clId="Web-{C2F348AD-1B56-4FF6-83A7-B6F355D946D8}" dt="2026-08-23T04:10:02.979" v="175" actId="1076"/>
          <ac:spMkLst>
            <pc:docMk/>
            <pc:sldMk cId="2951960762" sldId="263"/>
            <ac:spMk id="15" creationId="{171EA9BA-619A-4CB0-EB12-2AF3FC60CD9F}"/>
          </ac:spMkLst>
        </pc:spChg>
        <pc:spChg chg="add mod">
          <ac:chgData name="Vim Mahakumbura" userId="S::s4982539@uq.edu.au::d742d8eb-1b8a-4e06-893e-13481b9aa2b1" providerId="AD" clId="Web-{C2F348AD-1B56-4FF6-83A7-B6F355D946D8}" dt="2026-08-23T04:09:56.963" v="173" actId="1076"/>
          <ac:spMkLst>
            <pc:docMk/>
            <pc:sldMk cId="2951960762" sldId="263"/>
            <ac:spMk id="16" creationId="{930D62F6-ABA4-E9C8-BA8C-7417E7BD972D}"/>
          </ac:spMkLst>
        </pc:spChg>
        <pc:picChg chg="add mod modCrop">
          <ac:chgData name="Vim Mahakumbura" userId="S::s4982539@uq.edu.au::d742d8eb-1b8a-4e06-893e-13481b9aa2b1" providerId="AD" clId="Web-{C2F348AD-1B56-4FF6-83A7-B6F355D946D8}" dt="2026-08-23T04:05:52.409" v="96" actId="1076"/>
          <ac:picMkLst>
            <pc:docMk/>
            <pc:sldMk cId="2951960762" sldId="263"/>
            <ac:picMk id="4" creationId="{AC5D560D-200D-A5F9-2F1D-2B2FB3A18F7C}"/>
          </ac:picMkLst>
        </pc:picChg>
        <pc:picChg chg="add mod modCrop">
          <ac:chgData name="Vim Mahakumbura" userId="S::s4982539@uq.edu.au::d742d8eb-1b8a-4e06-893e-13481b9aa2b1" providerId="AD" clId="Web-{C2F348AD-1B56-4FF6-83A7-B6F355D946D8}" dt="2026-08-23T04:08:03.241" v="125" actId="1076"/>
          <ac:picMkLst>
            <pc:docMk/>
            <pc:sldMk cId="2951960762" sldId="263"/>
            <ac:picMk id="8" creationId="{80DF4EF4-9B43-6971-8369-7CD7C92BDFB3}"/>
          </ac:picMkLst>
        </pc:picChg>
        <pc:picChg chg="add mod modCrop">
          <ac:chgData name="Vim Mahakumbura" userId="S::s4982539@uq.edu.au::d742d8eb-1b8a-4e06-893e-13481b9aa2b1" providerId="AD" clId="Web-{C2F348AD-1B56-4FF6-83A7-B6F355D946D8}" dt="2026-08-23T04:08:19.288" v="128" actId="1076"/>
          <ac:picMkLst>
            <pc:docMk/>
            <pc:sldMk cId="2951960762" sldId="263"/>
            <ac:picMk id="9" creationId="{FA204B84-BA30-C982-4131-1005EE942159}"/>
          </ac:picMkLst>
        </pc:picChg>
        <pc:picChg chg="add mod">
          <ac:chgData name="Vim Mahakumbura" userId="S::s4982539@uq.edu.au::d742d8eb-1b8a-4e06-893e-13481b9aa2b1" providerId="AD" clId="Web-{C2F348AD-1B56-4FF6-83A7-B6F355D946D8}" dt="2026-08-23T04:08:19.304" v="131" actId="1076"/>
          <ac:picMkLst>
            <pc:docMk/>
            <pc:sldMk cId="2951960762" sldId="263"/>
            <ac:picMk id="12" creationId="{A375CC09-7087-812B-7122-12282CB872FF}"/>
          </ac:picMkLst>
        </pc:picChg>
      </pc:sldChg>
      <pc:sldChg chg="modSp">
        <pc:chgData name="Vim Mahakumbura" userId="S::s4982539@uq.edu.au::d742d8eb-1b8a-4e06-893e-13481b9aa2b1" providerId="AD" clId="Web-{C2F348AD-1B56-4FF6-83A7-B6F355D946D8}" dt="2026-08-23T04:21:17.467" v="178" actId="1076"/>
        <pc:sldMkLst>
          <pc:docMk/>
          <pc:sldMk cId="1016914343" sldId="264"/>
        </pc:sldMkLst>
        <pc:picChg chg="mod">
          <ac:chgData name="Vim Mahakumbura" userId="S::s4982539@uq.edu.au::d742d8eb-1b8a-4e06-893e-13481b9aa2b1" providerId="AD" clId="Web-{C2F348AD-1B56-4FF6-83A7-B6F355D946D8}" dt="2026-08-23T04:21:17.467" v="178" actId="1076"/>
          <ac:picMkLst>
            <pc:docMk/>
            <pc:sldMk cId="1016914343" sldId="264"/>
            <ac:picMk id="5" creationId="{58CB9D3F-3378-E8CB-4B53-7886F88FC04E}"/>
          </ac:picMkLst>
        </pc:picChg>
      </pc:sldChg>
      <pc:sldChg chg="new del">
        <pc:chgData name="Vim Mahakumbura" userId="S::s4982539@uq.edu.au::d742d8eb-1b8a-4e06-893e-13481b9aa2b1" providerId="AD" clId="Web-{C2F348AD-1B56-4FF6-83A7-B6F355D946D8}" dt="2026-08-23T04:08:34.070" v="133"/>
        <pc:sldMkLst>
          <pc:docMk/>
          <pc:sldMk cId="2282691558" sldId="264"/>
        </pc:sldMkLst>
      </pc:sldChg>
      <pc:sldChg chg="add del replId">
        <pc:chgData name="Vim Mahakumbura" userId="S::s4982539@uq.edu.au::d742d8eb-1b8a-4e06-893e-13481b9aa2b1" providerId="AD" clId="Web-{C2F348AD-1B56-4FF6-83A7-B6F355D946D8}" dt="2026-08-23T04:23:51.987" v="182"/>
        <pc:sldMkLst>
          <pc:docMk/>
          <pc:sldMk cId="228648775" sldId="265"/>
        </pc:sldMkLst>
      </pc:sldChg>
      <pc:sldChg chg="addSp delSp modSp add">
        <pc:chgData name="Vim Mahakumbura" userId="S::s4982539@uq.edu.au::d742d8eb-1b8a-4e06-893e-13481b9aa2b1" providerId="AD" clId="Web-{C2F348AD-1B56-4FF6-83A7-B6F355D946D8}" dt="2026-08-23T04:31:49.951" v="220" actId="20577"/>
        <pc:sldMkLst>
          <pc:docMk/>
          <pc:sldMk cId="1498516157" sldId="265"/>
        </pc:sldMkLst>
        <pc:spChg chg="add del">
          <ac:chgData name="Vim Mahakumbura" userId="S::s4982539@uq.edu.au::d742d8eb-1b8a-4e06-893e-13481b9aa2b1" providerId="AD" clId="Web-{C2F348AD-1B56-4FF6-83A7-B6F355D946D8}" dt="2026-08-23T04:31:31.794" v="206"/>
          <ac:spMkLst>
            <pc:docMk/>
            <pc:sldMk cId="1498516157" sldId="265"/>
            <ac:spMk id="31" creationId="{4825BC47-61A9-10B4-6961-97568284DEFD}"/>
          </ac:spMkLst>
        </pc:spChg>
        <pc:spChg chg="add mod">
          <ac:chgData name="Vim Mahakumbura" userId="S::s4982539@uq.edu.au::d742d8eb-1b8a-4e06-893e-13481b9aa2b1" providerId="AD" clId="Web-{C2F348AD-1B56-4FF6-83A7-B6F355D946D8}" dt="2026-08-23T04:31:49.951" v="220" actId="20577"/>
          <ac:spMkLst>
            <pc:docMk/>
            <pc:sldMk cId="1498516157" sldId="265"/>
            <ac:spMk id="32" creationId="{8C533138-2A48-823E-7407-8132C615661B}"/>
          </ac:spMkLst>
        </pc:spChg>
      </pc:sldChg>
      <pc:sldChg chg="addSp modSp add">
        <pc:chgData name="Vim Mahakumbura" userId="S::s4982539@uq.edu.au::d742d8eb-1b8a-4e06-893e-13481b9aa2b1" providerId="AD" clId="Web-{C2F348AD-1B56-4FF6-83A7-B6F355D946D8}" dt="2026-08-23T07:14:51.460" v="245" actId="20577"/>
        <pc:sldMkLst>
          <pc:docMk/>
          <pc:sldMk cId="1945292269" sldId="266"/>
        </pc:sldMkLst>
        <pc:spChg chg="add mod">
          <ac:chgData name="Vim Mahakumbura" userId="S::s4982539@uq.edu.au::d742d8eb-1b8a-4e06-893e-13481b9aa2b1" providerId="AD" clId="Web-{C2F348AD-1B56-4FF6-83A7-B6F355D946D8}" dt="2026-08-23T07:14:43.882" v="242" actId="1076"/>
          <ac:spMkLst>
            <pc:docMk/>
            <pc:sldMk cId="1945292269" sldId="266"/>
            <ac:spMk id="5" creationId="{8D9D989F-1048-B149-300F-BB98570EEE17}"/>
          </ac:spMkLst>
        </pc:spChg>
        <pc:spChg chg="add mod">
          <ac:chgData name="Vim Mahakumbura" userId="S::s4982539@uq.edu.au::d742d8eb-1b8a-4e06-893e-13481b9aa2b1" providerId="AD" clId="Web-{C2F348AD-1B56-4FF6-83A7-B6F355D946D8}" dt="2026-08-23T07:14:51.460" v="245" actId="20577"/>
          <ac:spMkLst>
            <pc:docMk/>
            <pc:sldMk cId="1945292269" sldId="266"/>
            <ac:spMk id="6" creationId="{9657C79F-197C-BB14-64ED-CED33032242C}"/>
          </ac:spMkLst>
        </pc:spChg>
      </pc:sldChg>
      <pc:sldChg chg="new del">
        <pc:chgData name="Vim Mahakumbura" userId="S::s4982539@uq.edu.au::d742d8eb-1b8a-4e06-893e-13481b9aa2b1" providerId="AD" clId="Web-{C2F348AD-1B56-4FF6-83A7-B6F355D946D8}" dt="2026-08-23T04:31:25.856" v="204"/>
        <pc:sldMkLst>
          <pc:docMk/>
          <pc:sldMk cId="2413384775" sldId="266"/>
        </pc:sldMkLst>
      </pc:sldChg>
      <pc:sldChg chg="addSp delSp modSp new modNotes">
        <pc:chgData name="Vim Mahakumbura" userId="S::s4982539@uq.edu.au::d742d8eb-1b8a-4e06-893e-13481b9aa2b1" providerId="AD" clId="Web-{C2F348AD-1B56-4FF6-83A7-B6F355D946D8}" dt="2026-08-23T08:59:00.247" v="2214" actId="1076"/>
        <pc:sldMkLst>
          <pc:docMk/>
          <pc:sldMk cId="2669147823" sldId="267"/>
        </pc:sldMkLst>
        <pc:spChg chg="mod">
          <ac:chgData name="Vim Mahakumbura" userId="S::s4982539@uq.edu.au::d742d8eb-1b8a-4e06-893e-13481b9aa2b1" providerId="AD" clId="Web-{C2F348AD-1B56-4FF6-83A7-B6F355D946D8}" dt="2026-08-23T07:40:36.588" v="1808" actId="14100"/>
          <ac:spMkLst>
            <pc:docMk/>
            <pc:sldMk cId="2669147823" sldId="267"/>
            <ac:spMk id="2" creationId="{FC0220E1-92BD-FA0B-B8B1-D52E70151329}"/>
          </ac:spMkLst>
        </pc:spChg>
        <pc:spChg chg="add del">
          <ac:chgData name="Vim Mahakumbura" userId="S::s4982539@uq.edu.au::d742d8eb-1b8a-4e06-893e-13481b9aa2b1" providerId="AD" clId="Web-{C2F348AD-1B56-4FF6-83A7-B6F355D946D8}" dt="2026-08-23T08:24:53.613" v="2002"/>
          <ac:spMkLst>
            <pc:docMk/>
            <pc:sldMk cId="2669147823" sldId="267"/>
            <ac:spMk id="3" creationId="{1FF72167-AE1B-0B34-67B3-F5FF01D60EB7}"/>
          </ac:spMkLst>
        </pc:spChg>
        <pc:spChg chg="add del">
          <ac:chgData name="Vim Mahakumbura" userId="S::s4982539@uq.edu.au::d742d8eb-1b8a-4e06-893e-13481b9aa2b1" providerId="AD" clId="Web-{C2F348AD-1B56-4FF6-83A7-B6F355D946D8}" dt="2026-08-23T07:40:58.667" v="1817"/>
          <ac:spMkLst>
            <pc:docMk/>
            <pc:sldMk cId="2669147823" sldId="267"/>
            <ac:spMk id="3" creationId="{FA3FC00C-0A67-60F5-8C44-3A42F30FB668}"/>
          </ac:spMkLst>
        </pc:spChg>
        <pc:spChg chg="add del mod">
          <ac:chgData name="Vim Mahakumbura" userId="S::s4982539@uq.edu.au::d742d8eb-1b8a-4e06-893e-13481b9aa2b1" providerId="AD" clId="Web-{C2F348AD-1B56-4FF6-83A7-B6F355D946D8}" dt="2026-08-23T07:40:55.448" v="1815"/>
          <ac:spMkLst>
            <pc:docMk/>
            <pc:sldMk cId="2669147823" sldId="267"/>
            <ac:spMk id="4" creationId="{2FB8DA71-5DB6-85C6-AB3F-9DD65A6AFB94}"/>
          </ac:spMkLst>
        </pc:spChg>
        <pc:spChg chg="add del">
          <ac:chgData name="Vim Mahakumbura" userId="S::s4982539@uq.edu.au::d742d8eb-1b8a-4e06-893e-13481b9aa2b1" providerId="AD" clId="Web-{C2F348AD-1B56-4FF6-83A7-B6F355D946D8}" dt="2026-08-23T08:25:24.256" v="2006"/>
          <ac:spMkLst>
            <pc:docMk/>
            <pc:sldMk cId="2669147823" sldId="267"/>
            <ac:spMk id="4" creationId="{F0A44D2C-4C98-1791-4B2E-7D83C7E52764}"/>
          </ac:spMkLst>
        </pc:spChg>
        <pc:spChg chg="add mod ord">
          <ac:chgData name="Vim Mahakumbura" userId="S::s4982539@uq.edu.au::d742d8eb-1b8a-4e06-893e-13481b9aa2b1" providerId="AD" clId="Web-{C2F348AD-1B56-4FF6-83A7-B6F355D946D8}" dt="2026-08-23T08:48:45.589" v="2099" actId="1076"/>
          <ac:spMkLst>
            <pc:docMk/>
            <pc:sldMk cId="2669147823" sldId="267"/>
            <ac:spMk id="5" creationId="{F4145D74-F85C-8276-9D67-75FF0E9877CF}"/>
          </ac:spMkLst>
        </pc:spChg>
        <pc:spChg chg="add mod">
          <ac:chgData name="Vim Mahakumbura" userId="S::s4982539@uq.edu.au::d742d8eb-1b8a-4e06-893e-13481b9aa2b1" providerId="AD" clId="Web-{C2F348AD-1B56-4FF6-83A7-B6F355D946D8}" dt="2026-08-23T08:48:03.414" v="2089"/>
          <ac:spMkLst>
            <pc:docMk/>
            <pc:sldMk cId="2669147823" sldId="267"/>
            <ac:spMk id="6" creationId="{248E0495-1F64-3F0B-A2C0-50D58A1F2816}"/>
          </ac:spMkLst>
        </pc:spChg>
        <pc:spChg chg="add mod">
          <ac:chgData name="Vim Mahakumbura" userId="S::s4982539@uq.edu.au::d742d8eb-1b8a-4e06-893e-13481b9aa2b1" providerId="AD" clId="Web-{C2F348AD-1B56-4FF6-83A7-B6F355D946D8}" dt="2026-08-23T07:49:01.334" v="1937" actId="1076"/>
          <ac:spMkLst>
            <pc:docMk/>
            <pc:sldMk cId="2669147823" sldId="267"/>
            <ac:spMk id="7" creationId="{8050B3F9-E044-FE64-0887-335EC38C381E}"/>
          </ac:spMkLst>
        </pc:spChg>
        <pc:spChg chg="add del mod">
          <ac:chgData name="Vim Mahakumbura" userId="S::s4982539@uq.edu.au::d742d8eb-1b8a-4e06-893e-13481b9aa2b1" providerId="AD" clId="Web-{C2F348AD-1B56-4FF6-83A7-B6F355D946D8}" dt="2026-08-23T08:44:35.714" v="2050"/>
          <ac:spMkLst>
            <pc:docMk/>
            <pc:sldMk cId="2669147823" sldId="267"/>
            <ac:spMk id="8" creationId="{6AA4943B-A433-FDA9-9ABD-1D9C9FCCA3C4}"/>
          </ac:spMkLst>
        </pc:spChg>
        <pc:spChg chg="add mod">
          <ac:chgData name="Vim Mahakumbura" userId="S::s4982539@uq.edu.au::d742d8eb-1b8a-4e06-893e-13481b9aa2b1" providerId="AD" clId="Web-{C2F348AD-1B56-4FF6-83A7-B6F355D946D8}" dt="2026-08-23T08:49:02.980" v="2101" actId="1076"/>
          <ac:spMkLst>
            <pc:docMk/>
            <pc:sldMk cId="2669147823" sldId="267"/>
            <ac:spMk id="10" creationId="{F825F0F8-4F99-3EB5-591A-CFA2FF3D146C}"/>
          </ac:spMkLst>
        </pc:spChg>
        <pc:spChg chg="add mod">
          <ac:chgData name="Vim Mahakumbura" userId="S::s4982539@uq.edu.au::d742d8eb-1b8a-4e06-893e-13481b9aa2b1" providerId="AD" clId="Web-{C2F348AD-1B56-4FF6-83A7-B6F355D946D8}" dt="2026-08-23T07:51:16.024" v="1969" actId="1076"/>
          <ac:spMkLst>
            <pc:docMk/>
            <pc:sldMk cId="2669147823" sldId="267"/>
            <ac:spMk id="11" creationId="{C64D74CA-3434-AA7C-F696-AB1522945936}"/>
          </ac:spMkLst>
        </pc:spChg>
        <pc:spChg chg="add mod">
          <ac:chgData name="Vim Mahakumbura" userId="S::s4982539@uq.edu.au::d742d8eb-1b8a-4e06-893e-13481b9aa2b1" providerId="AD" clId="Web-{C2F348AD-1B56-4FF6-83A7-B6F355D946D8}" dt="2026-08-23T08:48:38.916" v="2098" actId="1076"/>
          <ac:spMkLst>
            <pc:docMk/>
            <pc:sldMk cId="2669147823" sldId="267"/>
            <ac:spMk id="12" creationId="{66B105B4-DEA6-B889-1AD6-F562F9CE8623}"/>
          </ac:spMkLst>
        </pc:spChg>
        <pc:spChg chg="add mod">
          <ac:chgData name="Vim Mahakumbura" userId="S::s4982539@uq.edu.au::d742d8eb-1b8a-4e06-893e-13481b9aa2b1" providerId="AD" clId="Web-{C2F348AD-1B56-4FF6-83A7-B6F355D946D8}" dt="2026-08-23T08:58:53.934" v="2213" actId="1076"/>
          <ac:spMkLst>
            <pc:docMk/>
            <pc:sldMk cId="2669147823" sldId="267"/>
            <ac:spMk id="14" creationId="{5D03FFF0-F6B5-05BE-6A44-0D1FBF293B98}"/>
          </ac:spMkLst>
        </pc:spChg>
        <pc:spChg chg="add mod">
          <ac:chgData name="Vim Mahakumbura" userId="S::s4982539@uq.edu.au::d742d8eb-1b8a-4e06-893e-13481b9aa2b1" providerId="AD" clId="Web-{C2F348AD-1B56-4FF6-83A7-B6F355D946D8}" dt="2026-08-23T07:49:42.803" v="1945" actId="1076"/>
          <ac:spMkLst>
            <pc:docMk/>
            <pc:sldMk cId="2669147823" sldId="267"/>
            <ac:spMk id="15" creationId="{55894067-B958-1011-14F0-3BF85F8AA865}"/>
          </ac:spMkLst>
        </pc:spChg>
        <pc:spChg chg="add mod">
          <ac:chgData name="Vim Mahakumbura" userId="S::s4982539@uq.edu.au::d742d8eb-1b8a-4e06-893e-13481b9aa2b1" providerId="AD" clId="Web-{C2F348AD-1B56-4FF6-83A7-B6F355D946D8}" dt="2026-08-23T08:59:00.247" v="2214" actId="1076"/>
          <ac:spMkLst>
            <pc:docMk/>
            <pc:sldMk cId="2669147823" sldId="267"/>
            <ac:spMk id="16" creationId="{02925070-15FC-5E43-9C7F-6B7ABCB2EFE9}"/>
          </ac:spMkLst>
        </pc:spChg>
        <pc:spChg chg="add mod">
          <ac:chgData name="Vim Mahakumbura" userId="S::s4982539@uq.edu.au::d742d8eb-1b8a-4e06-893e-13481b9aa2b1" providerId="AD" clId="Web-{C2F348AD-1B56-4FF6-83A7-B6F355D946D8}" dt="2026-08-23T07:51:49.680" v="1984" actId="1076"/>
          <ac:spMkLst>
            <pc:docMk/>
            <pc:sldMk cId="2669147823" sldId="267"/>
            <ac:spMk id="17" creationId="{2A96CEB5-3F2A-FEDB-9EE2-092B9A5E2B3E}"/>
          </ac:spMkLst>
        </pc:spChg>
        <pc:spChg chg="add mod">
          <ac:chgData name="Vim Mahakumbura" userId="S::s4982539@uq.edu.au::d742d8eb-1b8a-4e06-893e-13481b9aa2b1" providerId="AD" clId="Web-{C2F348AD-1B56-4FF6-83A7-B6F355D946D8}" dt="2026-08-23T07:50:00.569" v="1950"/>
          <ac:spMkLst>
            <pc:docMk/>
            <pc:sldMk cId="2669147823" sldId="267"/>
            <ac:spMk id="25" creationId="{56501C58-8839-B03F-ADB8-3576ECBC669E}"/>
          </ac:spMkLst>
        </pc:spChg>
        <pc:spChg chg="add mod">
          <ac:chgData name="Vim Mahakumbura" userId="S::s4982539@uq.edu.au::d742d8eb-1b8a-4e06-893e-13481b9aa2b1" providerId="AD" clId="Web-{C2F348AD-1B56-4FF6-83A7-B6F355D946D8}" dt="2026-08-23T07:50:10.163" v="1952" actId="1076"/>
          <ac:spMkLst>
            <pc:docMk/>
            <pc:sldMk cId="2669147823" sldId="267"/>
            <ac:spMk id="35" creationId="{8A531D50-7362-1783-0B8F-4DDD7B37C956}"/>
          </ac:spMkLst>
        </pc:spChg>
        <pc:spChg chg="add mod">
          <ac:chgData name="Vim Mahakumbura" userId="S::s4982539@uq.edu.au::d742d8eb-1b8a-4e06-893e-13481b9aa2b1" providerId="AD" clId="Web-{C2F348AD-1B56-4FF6-83A7-B6F355D946D8}" dt="2026-08-23T07:51:16.024" v="1971" actId="1076"/>
          <ac:spMkLst>
            <pc:docMk/>
            <pc:sldMk cId="2669147823" sldId="267"/>
            <ac:spMk id="36" creationId="{D3E7DCEC-886E-E45D-E336-56979A4F1DCD}"/>
          </ac:spMkLst>
        </pc:spChg>
        <pc:spChg chg="add mod">
          <ac:chgData name="Vim Mahakumbura" userId="S::s4982539@uq.edu.au::d742d8eb-1b8a-4e06-893e-13481b9aa2b1" providerId="AD" clId="Web-{C2F348AD-1B56-4FF6-83A7-B6F355D946D8}" dt="2026-08-23T07:51:49.680" v="1986" actId="1076"/>
          <ac:spMkLst>
            <pc:docMk/>
            <pc:sldMk cId="2669147823" sldId="267"/>
            <ac:spMk id="37" creationId="{ECD02064-C3B7-5169-B6E2-6DECC581B3C0}"/>
          </ac:spMkLst>
        </pc:spChg>
        <pc:picChg chg="add mod">
          <ac:chgData name="Vim Mahakumbura" userId="S::s4982539@uq.edu.au::d742d8eb-1b8a-4e06-893e-13481b9aa2b1" providerId="AD" clId="Web-{C2F348AD-1B56-4FF6-83A7-B6F355D946D8}" dt="2026-08-23T07:48:53.865" v="1935" actId="1076"/>
          <ac:picMkLst>
            <pc:docMk/>
            <pc:sldMk cId="2669147823" sldId="267"/>
            <ac:picMk id="9" creationId="{00CEE301-50B9-FAB9-AB47-9907AD725222}"/>
          </ac:picMkLst>
        </pc:picChg>
        <pc:picChg chg="add mod">
          <ac:chgData name="Vim Mahakumbura" userId="S::s4982539@uq.edu.au::d742d8eb-1b8a-4e06-893e-13481b9aa2b1" providerId="AD" clId="Web-{C2F348AD-1B56-4FF6-83A7-B6F355D946D8}" dt="2026-08-23T07:50:26.617" v="1957" actId="1076"/>
          <ac:picMkLst>
            <pc:docMk/>
            <pc:sldMk cId="2669147823" sldId="267"/>
            <ac:picMk id="13" creationId="{9F31A8EA-0EEC-CB3B-5ACE-F8F55D7587A1}"/>
          </ac:picMkLst>
        </pc:picChg>
        <pc:picChg chg="add mod">
          <ac:chgData name="Vim Mahakumbura" userId="S::s4982539@uq.edu.au::d742d8eb-1b8a-4e06-893e-13481b9aa2b1" providerId="AD" clId="Web-{C2F348AD-1B56-4FF6-83A7-B6F355D946D8}" dt="2026-08-23T07:51:49.680" v="1985" actId="1076"/>
          <ac:picMkLst>
            <pc:docMk/>
            <pc:sldMk cId="2669147823" sldId="267"/>
            <ac:picMk id="19" creationId="{1E1BD5AC-FC3B-C98D-C99C-F7776F7145E6}"/>
          </ac:picMkLst>
        </pc:picChg>
        <pc:picChg chg="add mod">
          <ac:chgData name="Vim Mahakumbura" userId="S::s4982539@uq.edu.au::d742d8eb-1b8a-4e06-893e-13481b9aa2b1" providerId="AD" clId="Web-{C2F348AD-1B56-4FF6-83A7-B6F355D946D8}" dt="2026-08-23T07:51:16.024" v="1970" actId="1076"/>
          <ac:picMkLst>
            <pc:docMk/>
            <pc:sldMk cId="2669147823" sldId="267"/>
            <ac:picMk id="21" creationId="{F943E1D7-9EF9-3025-CBB6-5010C180A1E4}"/>
          </ac:picMkLst>
        </pc:picChg>
        <pc:inkChg chg="add del">
          <ac:chgData name="Vim Mahakumbura" userId="S::s4982539@uq.edu.au::d742d8eb-1b8a-4e06-893e-13481b9aa2b1" providerId="AD" clId="Web-{C2F348AD-1B56-4FF6-83A7-B6F355D946D8}" dt="2026-08-23T07:47:47.458" v="1904"/>
          <ac:inkMkLst>
            <pc:docMk/>
            <pc:sldMk cId="2669147823" sldId="267"/>
            <ac:inkMk id="22" creationId="{D1E10D0A-6333-AE0C-EBF4-FB5EF861EDEB}"/>
          </ac:inkMkLst>
        </pc:inkChg>
        <pc:inkChg chg="add del">
          <ac:chgData name="Vim Mahakumbura" userId="S::s4982539@uq.edu.au::d742d8eb-1b8a-4e06-893e-13481b9aa2b1" providerId="AD" clId="Web-{C2F348AD-1B56-4FF6-83A7-B6F355D946D8}" dt="2026-08-23T07:47:48.645" v="1906"/>
          <ac:inkMkLst>
            <pc:docMk/>
            <pc:sldMk cId="2669147823" sldId="267"/>
            <ac:inkMk id="23" creationId="{AAFEB85C-F40D-A5F6-118B-B47EB5176DF1}"/>
          </ac:inkMkLst>
        </pc:inkChg>
        <pc:inkChg chg="add del">
          <ac:chgData name="Vim Mahakumbura" userId="S::s4982539@uq.edu.au::d742d8eb-1b8a-4e06-893e-13481b9aa2b1" providerId="AD" clId="Web-{C2F348AD-1B56-4FF6-83A7-B6F355D946D8}" dt="2026-08-23T07:53:51.416" v="1998"/>
          <ac:inkMkLst>
            <pc:docMk/>
            <pc:sldMk cId="2669147823" sldId="267"/>
            <ac:inkMk id="24" creationId="{CE388AE9-E619-EA6D-F4A5-DEAA1B12D16C}"/>
          </ac:inkMkLst>
        </pc:inkChg>
        <pc:inkChg chg="add del">
          <ac:chgData name="Vim Mahakumbura" userId="S::s4982539@uq.edu.au::d742d8eb-1b8a-4e06-893e-13481b9aa2b1" providerId="AD" clId="Web-{C2F348AD-1B56-4FF6-83A7-B6F355D946D8}" dt="2026-08-23T07:48:23.802" v="1924"/>
          <ac:inkMkLst>
            <pc:docMk/>
            <pc:sldMk cId="2669147823" sldId="267"/>
            <ac:inkMk id="26" creationId="{AE6B1176-EC28-93AE-73C7-538299296EB0}"/>
          </ac:inkMkLst>
        </pc:inkChg>
        <pc:inkChg chg="add del">
          <ac:chgData name="Vim Mahakumbura" userId="S::s4982539@uq.edu.au::d742d8eb-1b8a-4e06-893e-13481b9aa2b1" providerId="AD" clId="Web-{C2F348AD-1B56-4FF6-83A7-B6F355D946D8}" dt="2026-08-23T07:48:21.318" v="1923"/>
          <ac:inkMkLst>
            <pc:docMk/>
            <pc:sldMk cId="2669147823" sldId="267"/>
            <ac:inkMk id="27" creationId="{1C91873A-5403-3145-E08F-DC61C2EA6A40}"/>
          </ac:inkMkLst>
        </pc:inkChg>
        <pc:inkChg chg="add del">
          <ac:chgData name="Vim Mahakumbura" userId="S::s4982539@uq.edu.au::d742d8eb-1b8a-4e06-893e-13481b9aa2b1" providerId="AD" clId="Web-{C2F348AD-1B56-4FF6-83A7-B6F355D946D8}" dt="2026-08-23T07:48:21.193" v="1922"/>
          <ac:inkMkLst>
            <pc:docMk/>
            <pc:sldMk cId="2669147823" sldId="267"/>
            <ac:inkMk id="28" creationId="{661D2EF3-DD6B-0097-3C42-D5D3B47FE867}"/>
          </ac:inkMkLst>
        </pc:inkChg>
        <pc:inkChg chg="add del">
          <ac:chgData name="Vim Mahakumbura" userId="S::s4982539@uq.edu.au::d742d8eb-1b8a-4e06-893e-13481b9aa2b1" providerId="AD" clId="Web-{C2F348AD-1B56-4FF6-83A7-B6F355D946D8}" dt="2026-08-23T07:48:21.068" v="1921"/>
          <ac:inkMkLst>
            <pc:docMk/>
            <pc:sldMk cId="2669147823" sldId="267"/>
            <ac:inkMk id="29" creationId="{A6B68733-1267-CFCC-50D9-FAD44353807E}"/>
          </ac:inkMkLst>
        </pc:inkChg>
        <pc:inkChg chg="add del">
          <ac:chgData name="Vim Mahakumbura" userId="S::s4982539@uq.edu.au::d742d8eb-1b8a-4e06-893e-13481b9aa2b1" providerId="AD" clId="Web-{C2F348AD-1B56-4FF6-83A7-B6F355D946D8}" dt="2026-08-23T07:48:21.068" v="1920"/>
          <ac:inkMkLst>
            <pc:docMk/>
            <pc:sldMk cId="2669147823" sldId="267"/>
            <ac:inkMk id="30" creationId="{2F88BD4E-AFAF-E2F5-7A03-582607D67173}"/>
          </ac:inkMkLst>
        </pc:inkChg>
        <pc:inkChg chg="add del">
          <ac:chgData name="Vim Mahakumbura" userId="S::s4982539@uq.edu.au::d742d8eb-1b8a-4e06-893e-13481b9aa2b1" providerId="AD" clId="Web-{C2F348AD-1B56-4FF6-83A7-B6F355D946D8}" dt="2026-08-23T07:48:37.771" v="1928"/>
          <ac:inkMkLst>
            <pc:docMk/>
            <pc:sldMk cId="2669147823" sldId="267"/>
            <ac:inkMk id="31" creationId="{045DACFE-4C86-E759-E95E-AA812063B622}"/>
          </ac:inkMkLst>
        </pc:inkChg>
        <pc:inkChg chg="add del">
          <ac:chgData name="Vim Mahakumbura" userId="S::s4982539@uq.edu.au::d742d8eb-1b8a-4e06-893e-13481b9aa2b1" providerId="AD" clId="Web-{C2F348AD-1B56-4FF6-83A7-B6F355D946D8}" dt="2026-08-23T07:51:50.508" v="1987"/>
          <ac:inkMkLst>
            <pc:docMk/>
            <pc:sldMk cId="2669147823" sldId="267"/>
            <ac:inkMk id="32" creationId="{D951A3F0-9AAE-7C05-F8AC-E7AE51840C14}"/>
          </ac:inkMkLst>
        </pc:inkChg>
        <pc:inkChg chg="add del">
          <ac:chgData name="Vim Mahakumbura" userId="S::s4982539@uq.edu.au::d742d8eb-1b8a-4e06-893e-13481b9aa2b1" providerId="AD" clId="Web-{C2F348AD-1B56-4FF6-83A7-B6F355D946D8}" dt="2026-08-23T07:48:43.037" v="1933"/>
          <ac:inkMkLst>
            <pc:docMk/>
            <pc:sldMk cId="2669147823" sldId="267"/>
            <ac:inkMk id="33" creationId="{DE3D1C08-EEA1-76BE-AB09-C934E4D05A4B}"/>
          </ac:inkMkLst>
        </pc:inkChg>
        <pc:inkChg chg="add del">
          <ac:chgData name="Vim Mahakumbura" userId="S::s4982539@uq.edu.au::d742d8eb-1b8a-4e06-893e-13481b9aa2b1" providerId="AD" clId="Web-{C2F348AD-1B56-4FF6-83A7-B6F355D946D8}" dt="2026-08-23T07:48:40.209" v="1932"/>
          <ac:inkMkLst>
            <pc:docMk/>
            <pc:sldMk cId="2669147823" sldId="267"/>
            <ac:inkMk id="34" creationId="{0EE07DD7-5D49-BAF9-E592-2F1FF4ECE8D2}"/>
          </ac:inkMkLst>
        </pc:inkChg>
        <pc:inkChg chg="add del">
          <ac:chgData name="Vim Mahakumbura" userId="S::s4982539@uq.edu.au::d742d8eb-1b8a-4e06-893e-13481b9aa2b1" providerId="AD" clId="Web-{C2F348AD-1B56-4FF6-83A7-B6F355D946D8}" dt="2026-08-23T07:51:45.696" v="1980"/>
          <ac:inkMkLst>
            <pc:docMk/>
            <pc:sldMk cId="2669147823" sldId="267"/>
            <ac:inkMk id="38" creationId="{19CEF5F3-A0BC-EBBE-A418-17F01B4AE147}"/>
          </ac:inkMkLst>
        </pc:inkChg>
        <pc:inkChg chg="add del">
          <ac:chgData name="Vim Mahakumbura" userId="S::s4982539@uq.edu.au::d742d8eb-1b8a-4e06-893e-13481b9aa2b1" providerId="AD" clId="Web-{C2F348AD-1B56-4FF6-83A7-B6F355D946D8}" dt="2026-08-23T07:51:45.165" v="1979"/>
          <ac:inkMkLst>
            <pc:docMk/>
            <pc:sldMk cId="2669147823" sldId="267"/>
            <ac:inkMk id="39" creationId="{3B59564D-D730-D4E6-FAD2-BD3CFD4B88FB}"/>
          </ac:inkMkLst>
        </pc:inkChg>
        <pc:inkChg chg="add del">
          <ac:chgData name="Vim Mahakumbura" userId="S::s4982539@uq.edu.au::d742d8eb-1b8a-4e06-893e-13481b9aa2b1" providerId="AD" clId="Web-{C2F348AD-1B56-4FF6-83A7-B6F355D946D8}" dt="2026-08-23T07:51:44.618" v="1978"/>
          <ac:inkMkLst>
            <pc:docMk/>
            <pc:sldMk cId="2669147823" sldId="267"/>
            <ac:inkMk id="40" creationId="{DBB31DAB-EC2E-8349-C225-55C196CCC2E8}"/>
          </ac:inkMkLst>
        </pc:inkChg>
        <pc:inkChg chg="add">
          <ac:chgData name="Vim Mahakumbura" userId="S::s4982539@uq.edu.au::d742d8eb-1b8a-4e06-893e-13481b9aa2b1" providerId="AD" clId="Web-{C2F348AD-1B56-4FF6-83A7-B6F355D946D8}" dt="2026-08-23T07:51:57.915" v="1988"/>
          <ac:inkMkLst>
            <pc:docMk/>
            <pc:sldMk cId="2669147823" sldId="267"/>
            <ac:inkMk id="41" creationId="{FA8AF820-6F80-6E35-6799-083F75973856}"/>
          </ac:inkMkLst>
        </pc:inkChg>
        <pc:inkChg chg="add del">
          <ac:chgData name="Vim Mahakumbura" userId="S::s4982539@uq.edu.au::d742d8eb-1b8a-4e06-893e-13481b9aa2b1" providerId="AD" clId="Web-{C2F348AD-1B56-4FF6-83A7-B6F355D946D8}" dt="2026-08-23T07:52:00.962" v="1990"/>
          <ac:inkMkLst>
            <pc:docMk/>
            <pc:sldMk cId="2669147823" sldId="267"/>
            <ac:inkMk id="42" creationId="{2933D6F9-03CA-C1D0-976B-0D0CC813E379}"/>
          </ac:inkMkLst>
        </pc:inkChg>
        <pc:inkChg chg="add del">
          <ac:chgData name="Vim Mahakumbura" userId="S::s4982539@uq.edu.au::d742d8eb-1b8a-4e06-893e-13481b9aa2b1" providerId="AD" clId="Web-{C2F348AD-1B56-4FF6-83A7-B6F355D946D8}" dt="2026-08-23T07:52:02.555" v="1992"/>
          <ac:inkMkLst>
            <pc:docMk/>
            <pc:sldMk cId="2669147823" sldId="267"/>
            <ac:inkMk id="43" creationId="{8880EC5D-D9C9-F6AF-2F1A-B05AA4902B90}"/>
          </ac:inkMkLst>
        </pc:inkChg>
        <pc:inkChg chg="add">
          <ac:chgData name="Vim Mahakumbura" userId="S::s4982539@uq.edu.au::d742d8eb-1b8a-4e06-893e-13481b9aa2b1" providerId="AD" clId="Web-{C2F348AD-1B56-4FF6-83A7-B6F355D946D8}" dt="2026-08-23T07:52:06.102" v="1993"/>
          <ac:inkMkLst>
            <pc:docMk/>
            <pc:sldMk cId="2669147823" sldId="267"/>
            <ac:inkMk id="44" creationId="{AFBF1A90-40D9-8318-A1AC-8F430564AB8B}"/>
          </ac:inkMkLst>
        </pc:inkChg>
        <pc:inkChg chg="add mod">
          <ac:chgData name="Vim Mahakumbura" userId="S::s4982539@uq.edu.au::d742d8eb-1b8a-4e06-893e-13481b9aa2b1" providerId="AD" clId="Web-{C2F348AD-1B56-4FF6-83A7-B6F355D946D8}" dt="2026-08-23T08:50:24.641" v="2115" actId="1076"/>
          <ac:inkMkLst>
            <pc:docMk/>
            <pc:sldMk cId="2669147823" sldId="267"/>
            <ac:inkMk id="45" creationId="{7446BF6E-2EA0-F026-E1FA-322D34481B2C}"/>
          </ac:inkMkLst>
        </pc:inkChg>
        <pc:inkChg chg="add">
          <ac:chgData name="Vim Mahakumbura" userId="S::s4982539@uq.edu.au::d742d8eb-1b8a-4e06-893e-13481b9aa2b1" providerId="AD" clId="Web-{C2F348AD-1B56-4FF6-83A7-B6F355D946D8}" dt="2026-08-23T07:52:09.743" v="1995"/>
          <ac:inkMkLst>
            <pc:docMk/>
            <pc:sldMk cId="2669147823" sldId="267"/>
            <ac:inkMk id="46" creationId="{CA1FFBD8-E477-5B4A-1B10-FC8E110BAC8A}"/>
          </ac:inkMkLst>
        </pc:inkChg>
        <pc:inkChg chg="add del">
          <ac:chgData name="Vim Mahakumbura" userId="S::s4982539@uq.edu.au::d742d8eb-1b8a-4e06-893e-13481b9aa2b1" providerId="AD" clId="Web-{C2F348AD-1B56-4FF6-83A7-B6F355D946D8}" dt="2026-08-23T07:53:50.010" v="1997"/>
          <ac:inkMkLst>
            <pc:docMk/>
            <pc:sldMk cId="2669147823" sldId="267"/>
            <ac:inkMk id="47" creationId="{486AD1B5-23D7-0BB4-578A-09B08A2FEBDA}"/>
          </ac:inkMkLst>
        </pc:inkChg>
      </pc:sldChg>
      <pc:sldChg chg="add del">
        <pc:chgData name="Vim Mahakumbura" userId="S::s4982539@uq.edu.au::d742d8eb-1b8a-4e06-893e-13481b9aa2b1" providerId="AD" clId="Web-{C2F348AD-1B56-4FF6-83A7-B6F355D946D8}" dt="2026-08-23T08:25:12.959" v="2005"/>
        <pc:sldMkLst>
          <pc:docMk/>
          <pc:sldMk cId="3437355728" sldId="268"/>
        </pc:sldMkLst>
      </pc:sldChg>
      <pc:sldChg chg="modSp new">
        <pc:chgData name="Vim Mahakumbura" userId="S::s4982539@uq.edu.au::d742d8eb-1b8a-4e06-893e-13481b9aa2b1" providerId="AD" clId="Web-{C2F348AD-1B56-4FF6-83A7-B6F355D946D8}" dt="2026-08-23T08:57:15.490" v="2144" actId="20577"/>
        <pc:sldMkLst>
          <pc:docMk/>
          <pc:sldMk cId="3685926783" sldId="268"/>
        </pc:sldMkLst>
        <pc:spChg chg="mod">
          <ac:chgData name="Vim Mahakumbura" userId="S::s4982539@uq.edu.au::d742d8eb-1b8a-4e06-893e-13481b9aa2b1" providerId="AD" clId="Web-{C2F348AD-1B56-4FF6-83A7-B6F355D946D8}" dt="2026-08-23T08:53:06.811" v="2136" actId="1076"/>
          <ac:spMkLst>
            <pc:docMk/>
            <pc:sldMk cId="3685926783" sldId="268"/>
            <ac:spMk id="2" creationId="{CD7CB7C7-C969-23D0-70F8-A3BF8774D252}"/>
          </ac:spMkLst>
        </pc:spChg>
        <pc:spChg chg="mod">
          <ac:chgData name="Vim Mahakumbura" userId="S::s4982539@uq.edu.au::d742d8eb-1b8a-4e06-893e-13481b9aa2b1" providerId="AD" clId="Web-{C2F348AD-1B56-4FF6-83A7-B6F355D946D8}" dt="2026-08-23T08:57:15.490" v="2144" actId="20577"/>
          <ac:spMkLst>
            <pc:docMk/>
            <pc:sldMk cId="3685926783" sldId="268"/>
            <ac:spMk id="3" creationId="{8CC1BE14-60D4-CD3F-C810-2B80D7576A41}"/>
          </ac:spMkLst>
        </pc:spChg>
      </pc:sldChg>
      <pc:sldMasterChg chg="addSldLayout">
        <pc:chgData name="Vim Mahakumbura" userId="S::s4982539@uq.edu.au::d742d8eb-1b8a-4e06-893e-13481b9aa2b1" providerId="AD" clId="Web-{C2F348AD-1B56-4FF6-83A7-B6F355D946D8}" dt="2026-08-23T04:24:41.066" v="201"/>
        <pc:sldMasterMkLst>
          <pc:docMk/>
          <pc:sldMasterMk cId="613034817" sldId="2147483648"/>
        </pc:sldMasterMkLst>
        <pc:sldLayoutChg chg="add">
          <pc:chgData name="Vim Mahakumbura" userId="S::s4982539@uq.edu.au::d742d8eb-1b8a-4e06-893e-13481b9aa2b1" providerId="AD" clId="Web-{C2F348AD-1B56-4FF6-83A7-B6F355D946D8}" dt="2026-08-23T04:24:41.066" v="201"/>
          <pc:sldLayoutMkLst>
            <pc:docMk/>
            <pc:sldMasterMk cId="613034817" sldId="2147483648"/>
            <pc:sldLayoutMk cId="68316905" sldId="2147483660"/>
          </pc:sldLayoutMkLst>
        </pc:sldLayoutChg>
      </pc:sldMasterChg>
    </pc:docChg>
  </pc:docChgLst>
  <pc:docChgLst>
    <pc:chgData name="Dev Kansana" userId="S::s4881415@uq.edu.au::b1bd41af-ce6a-40d8-b6fb-d3a925afcb05" providerId="AD" clId="Web-{684715B6-9D2C-7D03-D8CD-D5E79F3F1C59}"/>
    <pc:docChg chg="modSld">
      <pc:chgData name="Dev Kansana" userId="S::s4881415@uq.edu.au::b1bd41af-ce6a-40d8-b6fb-d3a925afcb05" providerId="AD" clId="Web-{684715B6-9D2C-7D03-D8CD-D5E79F3F1C59}" dt="2026-08-24T01:30:39.033" v="661"/>
      <pc:docMkLst>
        <pc:docMk/>
      </pc:docMkLst>
      <pc:sldChg chg="addSp delSp modSp modNotes">
        <pc:chgData name="Dev Kansana" userId="S::s4881415@uq.edu.au::b1bd41af-ce6a-40d8-b6fb-d3a925afcb05" providerId="AD" clId="Web-{684715B6-9D2C-7D03-D8CD-D5E79F3F1C59}" dt="2026-08-24T01:29:04.233" v="638" actId="20577"/>
        <pc:sldMkLst>
          <pc:docMk/>
          <pc:sldMk cId="3291430269" sldId="256"/>
        </pc:sldMkLst>
        <pc:spChg chg="mod">
          <ac:chgData name="Dev Kansana" userId="S::s4881415@uq.edu.au::b1bd41af-ce6a-40d8-b6fb-d3a925afcb05" providerId="AD" clId="Web-{684715B6-9D2C-7D03-D8CD-D5E79F3F1C59}" dt="2026-08-24T01:29:03.623" v="636" actId="1076"/>
          <ac:spMkLst>
            <pc:docMk/>
            <pc:sldMk cId="3291430269" sldId="256"/>
            <ac:spMk id="2" creationId="{117233CE-08B6-7039-1406-43E434FA8F28}"/>
          </ac:spMkLst>
        </pc:spChg>
        <pc:spChg chg="del mod">
          <ac:chgData name="Dev Kansana" userId="S::s4881415@uq.edu.au::b1bd41af-ce6a-40d8-b6fb-d3a925afcb05" providerId="AD" clId="Web-{684715B6-9D2C-7D03-D8CD-D5E79F3F1C59}" dt="2026-08-24T01:27:50.073" v="612"/>
          <ac:spMkLst>
            <pc:docMk/>
            <pc:sldMk cId="3291430269" sldId="256"/>
            <ac:spMk id="3" creationId="{EAFD8EA2-6B32-CA4D-F292-E245963C6797}"/>
          </ac:spMkLst>
        </pc:spChg>
        <pc:spChg chg="add mod">
          <ac:chgData name="Dev Kansana" userId="S::s4881415@uq.edu.au::b1bd41af-ce6a-40d8-b6fb-d3a925afcb05" providerId="AD" clId="Web-{684715B6-9D2C-7D03-D8CD-D5E79F3F1C59}" dt="2026-08-24T01:29:04.233" v="638" actId="20577"/>
          <ac:spMkLst>
            <pc:docMk/>
            <pc:sldMk cId="3291430269" sldId="256"/>
            <ac:spMk id="5" creationId="{E7ABDB73-4778-2DA8-77B6-7CABB5434089}"/>
          </ac:spMkLst>
        </pc:spChg>
        <pc:spChg chg="add mod">
          <ac:chgData name="Dev Kansana" userId="S::s4881415@uq.edu.au::b1bd41af-ce6a-40d8-b6fb-d3a925afcb05" providerId="AD" clId="Web-{684715B6-9D2C-7D03-D8CD-D5E79F3F1C59}" dt="2026-08-24T01:28:21.965" v="623" actId="1076"/>
          <ac:spMkLst>
            <pc:docMk/>
            <pc:sldMk cId="3291430269" sldId="256"/>
            <ac:spMk id="7" creationId="{94440068-7C20-94CF-A5BA-D3A87FFC4B33}"/>
          </ac:spMkLst>
        </pc:spChg>
        <pc:spChg chg="add del">
          <ac:chgData name="Dev Kansana" userId="S::s4881415@uq.edu.au::b1bd41af-ce6a-40d8-b6fb-d3a925afcb05" providerId="AD" clId="Web-{684715B6-9D2C-7D03-D8CD-D5E79F3F1C59}" dt="2026-08-24T01:27:58.464" v="614"/>
          <ac:spMkLst>
            <pc:docMk/>
            <pc:sldMk cId="3291430269" sldId="256"/>
            <ac:spMk id="8" creationId="{9BB69163-326B-813A-8468-D8D9198A26C3}"/>
          </ac:spMkLst>
        </pc:spChg>
      </pc:sldChg>
      <pc:sldChg chg="modNotes">
        <pc:chgData name="Dev Kansana" userId="S::s4881415@uq.edu.au::b1bd41af-ce6a-40d8-b6fb-d3a925afcb05" providerId="AD" clId="Web-{684715B6-9D2C-7D03-D8CD-D5E79F3F1C59}" dt="2026-08-24T01:30:39.033" v="661"/>
        <pc:sldMkLst>
          <pc:docMk/>
          <pc:sldMk cId="2037775068"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4ABF46-9BE4-420E-A5C9-1CC26381DC72}" type="datetimeFigureOut">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85969-CFC0-4C2A-95F3-9D3262A54653}" type="slidenum">
              <a:t>‹#›</a:t>
            </a:fld>
            <a:endParaRPr lang="en-US"/>
          </a:p>
        </p:txBody>
      </p:sp>
    </p:spTree>
    <p:extLst>
      <p:ext uri="{BB962C8B-B14F-4D97-AF65-F5344CB8AC3E}">
        <p14:creationId xmlns:p14="http://schemas.microsoft.com/office/powerpoint/2010/main" val="3882411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AUDIENCE
Our audience isn't defined by age bracket - it's defined by group shape. We're designing for groups that have a shared endpoint coming: a uni cohort about to graduate, a sports team at the end of a season, workmates before someone moves on, a school friend group that's about to scatter.
Beyond demographics:
Skills - they're phone-native and already archiving constantly, but passively. Camera rolls, group chats, shared albums. The material exists; nobody owns it or curates it.
Values - what they care about is the shared history, not the individual record. This is why solo journalling doesn't scratch the itch. The story matters because other people were in it.
Workflows - memory-keeping happens spontaneously and lives scattered across WhatsApp, Instagram and camera rolls. From our interviews, it only gets sorted out reactively, usually when storage runs out.
Priorities - they'll accept almost no effort at the time in exchange for a big payoff later. And they need a reason and a date to come back to it, otherwise it just sits there.
PRIOR ATTEMPTS
We looked at the five closest things already in the market.
OpenItLater is web-only and text-only - you write a message, set a date, it unlocks. You can share the link, but the content is one person's.
Timecapsule.com isn't digital at all - they sell physical keepsake capsules as gifts.
Capsuled is a mobile app: sealed photo and video capsules with a countdown, and once it's sealed you can't edit it. You send it to friends or followers.
PersonalCapsule is explicitly private and solo - an iPhone vault for letters, photos and voice notes to your future self.
Day One is the closest on the social side - it added Shared Journals in 2024 - but it's continuous journalling, always open, with no seal-and-return moment.
The common pattern across all five: a capsule gets sealed until a date, but it's authored and opened by one person. That's the shape of the space as it stands today.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noChangeAspect="1"/>
          </p:cNvSpPr>
          <p:nvPr>
            <p:ph type="pic" sz="quarter" idx="14" hasCustomPrompt="1"/>
          </p:nvPr>
        </p:nvSpPr>
        <p:spPr>
          <a:xfrm>
            <a:off x="5503863" y="1354138"/>
            <a:ext cx="5322887" cy="4481512"/>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
              </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FigureOut">
              <a:rPr lang="en-US" dirty="0"/>
              <a:t>8/24/2026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012596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67746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noChangeAspect="1"/>
          </p:cNvSpPr>
          <p:nvPr>
            <p:ph type="pic" sz="quarter" idx="13" hasCustomPrompt="1"/>
          </p:nvPr>
        </p:nvSpPr>
        <p:spPr>
          <a:xfrm>
            <a:off x="-791" y="1371600"/>
            <a:ext cx="6706392" cy="54864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7F8DDA4-3B80-4E8A-A8F5-521F73BF9127}" type="slidenum">
              <a:rPr lang="en-US" dirty="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666FC17-48E9-4EB3-BB0E-C81F4FBF1D65}" type="datetimeFigureOut">
              <a:rPr lang="en-US" dirty="0"/>
              <a:t>8/24/2026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a:t>
              </a:t>
            </a:r>
          </a:p>
        </p:txBody>
      </p:sp>
    </p:spTree>
    <p:extLst>
      <p:ext uri="{BB962C8B-B14F-4D97-AF65-F5344CB8AC3E}">
        <p14:creationId xmlns:p14="http://schemas.microsoft.com/office/powerpoint/2010/main" val="2584793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a:t>
              </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FigureOut">
              <a:rPr lang="en-US" dirty="0"/>
              <a:t>8/24/2026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989763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
              </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FigureOut">
              <a:rPr lang="en-US" dirty="0"/>
              <a:t>8/24/2026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1889416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C2206C6-C6B2-4E06-A7AA-7F308C2F851D}"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884256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1188C7A-78DB-4967-8643-716598F25D97}"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7F8DDA4-3B80-4E8A-A8F5-521F73BF9127}" type="slidenum">
              <a:rPr lang="en-US" dirty="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noChangeAspect="1"/>
          </p:cNvSpPr>
          <p:nvPr>
            <p:ph type="pic" sz="quarter" idx="13" hasCustomPrompt="1"/>
          </p:nvPr>
        </p:nvSpPr>
        <p:spPr>
          <a:xfrm>
            <a:off x="8763000" y="3415504"/>
            <a:ext cx="3429000" cy="3442496"/>
          </a:xfrm>
          <a:blipFill>
            <a:blip r:embed="rId2">
              <a:alphaModFix amt="70000"/>
            </a:blip>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1560356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435092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4758A600-6D87-4303-8A2F-171F72E22375}"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202876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3124200" cy="68580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FBFC4637-11C9-448C-8D4C-0CD0AE46C949}"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5452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5486400" cy="55626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500707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4800601" y="0"/>
            <a:ext cx="7391400" cy="5562600"/>
          </a:xfrm>
          <a:blipFill>
            <a:blip r:embed="rId2">
              <a:alphaModFix amt="7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917E8D86-1037-438D-973A-F8D03A01BF16}"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7858140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7391400" y="0"/>
            <a:ext cx="4800600" cy="5562600"/>
          </a:xfrm>
          <a:blipFill>
            <a:blip r:embed="rId2">
              <a:alphaModFix amt="7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023152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7848600" cy="68580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4350214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noChangeAspect="1"/>
          </p:cNvSpPr>
          <p:nvPr>
            <p:ph type="pic" sz="quarter" idx="13" hasCustomPrompt="1"/>
          </p:nvPr>
        </p:nvSpPr>
        <p:spPr>
          <a:xfrm>
            <a:off x="0" y="1"/>
            <a:ext cx="12192000" cy="6858000"/>
          </a:xfrm>
          <a:custGeom>
            <a:avLst/>
            <a:gdLst/>
            <a:ahLst/>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chor="t">
            <a:noAutofit/>
          </a:bodyPr>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5D8CBF3-D33E-488B-BE09-B302C3504935}"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678915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0" y="0"/>
            <a:ext cx="12191999" cy="4114800"/>
          </a:xfrm>
          <a:blipFill>
            <a:blip r:embed="rId2">
              <a:alphaModFix amt="7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49885C97-4180-47D6-BA3E-83C74E1B1903}"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2661045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a:t>
              </a:t>
            </a:r>
          </a:p>
        </p:txBody>
      </p:sp>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1371600"/>
            <a:ext cx="7391402" cy="5486400"/>
          </a:xfrm>
          <a:blipFill>
            <a:blip r:embed="rId2">
              <a:alphaModFix amt="7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05097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1"/>
            <a:ext cx="4800600" cy="4822372"/>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25B1B0E-4CBA-421A-9FF9-BD907EE313C7}"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7429233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dirty="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58582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90907655-BDED-4A88-9727-947E02456645}"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32473445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a:t>
              </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FigureOut">
              <a:rPr lang="en-US" dirty="0"/>
              <a:t>8/24/2026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13067038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
              </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FigureOut">
              <a:rPr lang="en-US" dirty="0"/>
              <a:t>8/24/2026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0778253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
              </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FigureOut">
              <a:rPr lang="en-US" dirty="0"/>
              <a:t>8/24/2026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4129712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FigureOut">
              <a:rPr lang="en-US" dirty="0"/>
              <a:t>8/24/2026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5332302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
              </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FigureOut">
              <a:rPr lang="en-US" dirty="0"/>
              <a:t>8/24/2026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7777873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8EB468F-DE53-43FF-8B87-9F03EBF19C21}"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4999138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7D9A748-B116-46F1-81D5-0BE225FE4EB1}"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41503506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CC755-ECAA-D136-6E16-17138E6598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1C853B7F-0A42-E123-8760-202E69A256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01C23A76-AB55-BA92-E174-BB1F69A28270}"/>
              </a:ext>
            </a:extLst>
          </p:cNvPr>
          <p:cNvSpPr>
            <a:spLocks noGrp="1"/>
          </p:cNvSpPr>
          <p:nvPr>
            <p:ph type="dt" sz="half" idx="10"/>
          </p:nvPr>
        </p:nvSpPr>
        <p:spPr/>
        <p:txBody>
          <a:bodyPr/>
          <a:lstStyle/>
          <a:p>
            <a:fld id="{9E14B71C-AF01-42CC-8BAE-E88BC1CDC7BC}" type="datetimeFigureOut">
              <a:rPr lang="en-AU" smtClean="0"/>
              <a:t>24/08/2026</a:t>
            </a:fld>
            <a:endParaRPr lang="en-AU"/>
          </a:p>
        </p:txBody>
      </p:sp>
      <p:sp>
        <p:nvSpPr>
          <p:cNvPr id="5" name="Footer Placeholder 4">
            <a:extLst>
              <a:ext uri="{FF2B5EF4-FFF2-40B4-BE49-F238E27FC236}">
                <a16:creationId xmlns:a16="http://schemas.microsoft.com/office/drawing/2014/main" id="{EE716325-B65E-FB63-3E6C-F98999D0402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C417A1A-073B-272F-45C1-9E0013197442}"/>
              </a:ext>
            </a:extLst>
          </p:cNvPr>
          <p:cNvSpPr>
            <a:spLocks noGrp="1"/>
          </p:cNvSpPr>
          <p:nvPr>
            <p:ph type="sldNum" sz="quarter" idx="12"/>
          </p:nvPr>
        </p:nvSpPr>
        <p:spPr/>
        <p:txBody>
          <a:bodyPr/>
          <a:lstStyle/>
          <a:p>
            <a:fld id="{C431528E-EE32-4998-B9F3-97695CE731F2}" type="slidenum">
              <a:rPr lang="en-AU" smtClean="0"/>
              <a:t>‹#›</a:t>
            </a:fld>
            <a:endParaRPr lang="en-AU"/>
          </a:p>
        </p:txBody>
      </p:sp>
    </p:spTree>
    <p:extLst>
      <p:ext uri="{BB962C8B-B14F-4D97-AF65-F5344CB8AC3E}">
        <p14:creationId xmlns:p14="http://schemas.microsoft.com/office/powerpoint/2010/main" val="10503896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711E9-8CCD-5DD8-B5EC-36FE3FC6A76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D7A963F-2E63-F6C8-8704-082B504ECC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40D21AD-008C-2B50-3BD8-509225C149B4}"/>
              </a:ext>
            </a:extLst>
          </p:cNvPr>
          <p:cNvSpPr>
            <a:spLocks noGrp="1"/>
          </p:cNvSpPr>
          <p:nvPr>
            <p:ph type="dt" sz="half" idx="10"/>
          </p:nvPr>
        </p:nvSpPr>
        <p:spPr/>
        <p:txBody>
          <a:bodyPr/>
          <a:lstStyle/>
          <a:p>
            <a:fld id="{9E14B71C-AF01-42CC-8BAE-E88BC1CDC7BC}" type="datetimeFigureOut">
              <a:rPr lang="en-AU" smtClean="0"/>
              <a:t>24/08/2026</a:t>
            </a:fld>
            <a:endParaRPr lang="en-AU"/>
          </a:p>
        </p:txBody>
      </p:sp>
      <p:sp>
        <p:nvSpPr>
          <p:cNvPr id="5" name="Footer Placeholder 4">
            <a:extLst>
              <a:ext uri="{FF2B5EF4-FFF2-40B4-BE49-F238E27FC236}">
                <a16:creationId xmlns:a16="http://schemas.microsoft.com/office/drawing/2014/main" id="{421E6FA9-B5D4-26C4-B180-5078C7C44DC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3DEB197-68E4-26AB-E2D5-E487559DF365}"/>
              </a:ext>
            </a:extLst>
          </p:cNvPr>
          <p:cNvSpPr>
            <a:spLocks noGrp="1"/>
          </p:cNvSpPr>
          <p:nvPr>
            <p:ph type="sldNum" sz="quarter" idx="12"/>
          </p:nvPr>
        </p:nvSpPr>
        <p:spPr/>
        <p:txBody>
          <a:bodyPr/>
          <a:lstStyle/>
          <a:p>
            <a:fld id="{C431528E-EE32-4998-B9F3-97695CE731F2}" type="slidenum">
              <a:rPr lang="en-AU" smtClean="0"/>
              <a:t>‹#›</a:t>
            </a:fld>
            <a:endParaRPr lang="en-AU"/>
          </a:p>
        </p:txBody>
      </p:sp>
    </p:spTree>
    <p:extLst>
      <p:ext uri="{BB962C8B-B14F-4D97-AF65-F5344CB8AC3E}">
        <p14:creationId xmlns:p14="http://schemas.microsoft.com/office/powerpoint/2010/main" val="6894129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7281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a:t>
              </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82B9AEC8-204B-4AD5-8041-BCAF36A74EBE}" type="datetimeFigureOut">
              <a:rPr lang="en-US" dirty="0"/>
              <a:t>8/24/2026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3330205874"/>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Lst>
  <p:hf hd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s>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 102"/>
          <p:cNvSpPr/>
          <p:nvPr/>
        </p:nvSpPr>
        <p:spPr>
          <a:xfrm>
            <a:off x="548640" y="365760"/>
            <a:ext cx="11091672" cy="566928"/>
          </a:xfrm>
          <a:prstGeom prst="rect">
            <a:avLst/>
          </a:prstGeom>
          <a:noFill/>
          <a:ln/>
        </p:spPr>
        <p:txBody>
          <a:bodyPr wrap="square" lIns="0" tIns="0" rIns="0" bIns="0" rtlCol="0" anchor="ctr"/>
          <a:lstStyle/>
          <a:p>
            <a:pPr marL="0" indent="0">
              <a:buNone/>
            </a:pPr>
            <a:r>
              <a:rPr lang="en-US" sz="3200" b="1">
                <a:solidFill>
                  <a:srgbClr val="2B2420"/>
                </a:solidFill>
                <a:latin typeface="Georgia"/>
                <a:cs typeface="Georgia"/>
              </a:rPr>
              <a:t>Audience &amp; Prior Attempts</a:t>
            </a:r>
          </a:p>
        </p:txBody>
      </p:sp>
      <p:sp>
        <p:nvSpPr>
          <p:cNvPr id="103" name="Text 104"/>
          <p:cNvSpPr/>
          <p:nvPr/>
        </p:nvSpPr>
        <p:spPr>
          <a:xfrm>
            <a:off x="548640" y="957174"/>
            <a:ext cx="7183825" cy="332130"/>
          </a:xfrm>
          <a:prstGeom prst="rect">
            <a:avLst/>
          </a:prstGeom>
          <a:noFill/>
          <a:ln/>
        </p:spPr>
        <p:txBody>
          <a:bodyPr wrap="square" lIns="0" tIns="0" rIns="0" bIns="0" rtlCol="0" anchor="ctr"/>
          <a:lstStyle/>
          <a:p>
            <a:pPr marL="0" indent="0">
              <a:buNone/>
            </a:pPr>
            <a:r>
              <a:rPr lang="en-US" sz="1500" i="1">
                <a:solidFill>
                  <a:srgbClr val="B5622A"/>
                </a:solidFill>
                <a:latin typeface="Helvetica"/>
                <a:cs typeface="Helvetica"/>
              </a:rPr>
              <a:t>Who we're designing for, and what already exists</a:t>
            </a:r>
          </a:p>
        </p:txBody>
      </p:sp>
      <p:sp>
        <p:nvSpPr>
          <p:cNvPr id="105" name="Text 106"/>
          <p:cNvSpPr/>
          <p:nvPr/>
        </p:nvSpPr>
        <p:spPr>
          <a:xfrm>
            <a:off x="548640" y="1496436"/>
            <a:ext cx="11091672" cy="320040"/>
          </a:xfrm>
          <a:prstGeom prst="rect">
            <a:avLst/>
          </a:prstGeom>
          <a:noFill/>
          <a:ln/>
        </p:spPr>
        <p:txBody>
          <a:bodyPr wrap="square" lIns="0" tIns="0" rIns="0" bIns="0" rtlCol="0" anchor="ctr"/>
          <a:lstStyle/>
          <a:p>
            <a:pPr marL="0" indent="0">
              <a:buNone/>
            </a:pPr>
            <a:r>
              <a:rPr lang="en-US" sz="1600" b="1" spc="150">
                <a:solidFill>
                  <a:srgbClr val="131313"/>
                </a:solidFill>
                <a:latin typeface="Helvetica"/>
                <a:cs typeface="Helvetica"/>
              </a:rPr>
              <a:t>WHO WE'RE DESIGNING FOR</a:t>
            </a:r>
          </a:p>
        </p:txBody>
      </p:sp>
      <p:sp>
        <p:nvSpPr>
          <p:cNvPr id="107" name="Text 108"/>
          <p:cNvSpPr/>
          <p:nvPr/>
        </p:nvSpPr>
        <p:spPr>
          <a:xfrm>
            <a:off x="548640" y="1888490"/>
            <a:ext cx="11091672" cy="300000"/>
          </a:xfrm>
          <a:prstGeom prst="rect">
            <a:avLst/>
          </a:prstGeom>
          <a:noFill/>
          <a:ln/>
        </p:spPr>
        <p:txBody>
          <a:bodyPr wrap="square" lIns="0" tIns="0" rIns="0" bIns="0" rtlCol="0" anchor="ctr"/>
          <a:lstStyle/>
          <a:p>
            <a:pPr marL="0" indent="0">
              <a:buNone/>
            </a:pPr>
            <a:r>
              <a:rPr lang="en-US" sz="1300">
                <a:solidFill>
                  <a:srgbClr val="444742"/>
                </a:solidFill>
                <a:latin typeface="Helvetica"/>
                <a:cs typeface="Helvetica"/>
              </a:rPr>
              <a:t>Groups with a shared endpoint — uni cohorts, sports teams, workmates, school friend groups</a:t>
            </a:r>
          </a:p>
        </p:txBody>
      </p:sp>
      <p:sp>
        <p:nvSpPr>
          <p:cNvPr id="109" name="Rounded Rectangle 110"/>
          <p:cNvSpPr/>
          <p:nvPr/>
        </p:nvSpPr>
        <p:spPr>
          <a:xfrm>
            <a:off x="548640" y="2296160"/>
            <a:ext cx="2607918" cy="1310000"/>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137160" tIns="118872" rIns="137160" bIns="118872" rtlCol="0" anchor="t"/>
          <a:lstStyle/>
          <a:p>
            <a:pPr marL="0" indent="0" algn="ctr">
              <a:spcAft>
                <a:spcPts val="500"/>
              </a:spcAft>
              <a:buNone/>
            </a:pPr>
            <a:r>
              <a:rPr lang="en-US" sz="1400" b="1" spc="60">
                <a:solidFill>
                  <a:srgbClr val="FFFFFF"/>
                </a:solidFill>
                <a:latin typeface="Helvetica"/>
                <a:cs typeface="Helvetica"/>
              </a:rPr>
              <a:t>SKILLS</a:t>
            </a:r>
          </a:p>
          <a:p>
            <a:pPr marL="0" indent="0" algn="ctr">
              <a:buNone/>
            </a:pPr>
            <a:r>
              <a:rPr lang="en-US" sz="1050">
                <a:solidFill>
                  <a:srgbClr val="FFFFFF"/>
                </a:solidFill>
                <a:latin typeface="Helvetica"/>
                <a:cs typeface="Helvetica"/>
              </a:rPr>
              <a:t>Phone-native. Already archive casually in camera rolls and group chats — but nobody owns the archive.</a:t>
            </a:r>
          </a:p>
        </p:txBody>
      </p:sp>
      <p:sp>
        <p:nvSpPr>
          <p:cNvPr id="111" name="Rounded Rectangle 112"/>
          <p:cNvSpPr/>
          <p:nvPr/>
        </p:nvSpPr>
        <p:spPr>
          <a:xfrm>
            <a:off x="3376558" y="2296160"/>
            <a:ext cx="2607918" cy="1310000"/>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137160" tIns="118872" rIns="137160" bIns="118872" rtlCol="0" anchor="t"/>
          <a:lstStyle/>
          <a:p>
            <a:pPr marL="0" indent="0" algn="ctr">
              <a:spcAft>
                <a:spcPts val="500"/>
              </a:spcAft>
              <a:buNone/>
            </a:pPr>
            <a:r>
              <a:rPr lang="en-US" sz="1400" b="1" spc="60">
                <a:solidFill>
                  <a:srgbClr val="FFFFFF"/>
                </a:solidFill>
                <a:latin typeface="Helvetica"/>
                <a:cs typeface="Helvetica"/>
              </a:rPr>
              <a:t>VALUES</a:t>
            </a:r>
          </a:p>
          <a:p>
            <a:pPr marL="0" indent="0" algn="ctr">
              <a:buNone/>
            </a:pPr>
            <a:r>
              <a:rPr lang="en-US" sz="1050">
                <a:solidFill>
                  <a:srgbClr val="FFFFFF"/>
                </a:solidFill>
                <a:latin typeface="Helvetica"/>
                <a:cs typeface="Helvetica"/>
              </a:rPr>
              <a:t>Shared history over solo reflection. The group's story matters more than a polished record.</a:t>
            </a:r>
          </a:p>
        </p:txBody>
      </p:sp>
      <p:sp>
        <p:nvSpPr>
          <p:cNvPr id="113" name="Rounded Rectangle 114"/>
          <p:cNvSpPr/>
          <p:nvPr/>
        </p:nvSpPr>
        <p:spPr>
          <a:xfrm>
            <a:off x="6204476" y="2296160"/>
            <a:ext cx="2607918" cy="1310000"/>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137160" tIns="118872" rIns="137160" bIns="118872" rtlCol="0" anchor="t"/>
          <a:lstStyle/>
          <a:p>
            <a:pPr marL="0" indent="0" algn="ctr">
              <a:spcAft>
                <a:spcPts val="500"/>
              </a:spcAft>
              <a:buNone/>
            </a:pPr>
            <a:r>
              <a:rPr lang="en-US" sz="1400" b="1" spc="60">
                <a:solidFill>
                  <a:srgbClr val="FFFFFF"/>
                </a:solidFill>
                <a:latin typeface="Helvetica"/>
                <a:cs typeface="Helvetica"/>
              </a:rPr>
              <a:t>WORKFLOWS</a:t>
            </a:r>
          </a:p>
          <a:p>
            <a:pPr marL="0" indent="0" algn="ctr">
              <a:buNone/>
            </a:pPr>
            <a:r>
              <a:rPr lang="en-US" sz="1050">
                <a:solidFill>
                  <a:srgbClr val="FFFFFF"/>
                </a:solidFill>
                <a:latin typeface="Helvetica"/>
                <a:cs typeface="Helvetica"/>
              </a:rPr>
              <a:t>Memory-keeping is spontaneous and scattered, only sorted out when storage runs out.</a:t>
            </a:r>
          </a:p>
        </p:txBody>
      </p:sp>
      <p:sp>
        <p:nvSpPr>
          <p:cNvPr id="115" name="Rounded Rectangle 116"/>
          <p:cNvSpPr/>
          <p:nvPr/>
        </p:nvSpPr>
        <p:spPr>
          <a:xfrm>
            <a:off x="9032394" y="2296160"/>
            <a:ext cx="2607918" cy="1310000"/>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137160" tIns="118872" rIns="137160" bIns="118872" rtlCol="0" anchor="t"/>
          <a:lstStyle/>
          <a:p>
            <a:pPr marL="0" indent="0" algn="ctr">
              <a:spcAft>
                <a:spcPts val="500"/>
              </a:spcAft>
              <a:buNone/>
            </a:pPr>
            <a:r>
              <a:rPr lang="en-US" sz="1400" b="1" spc="60">
                <a:solidFill>
                  <a:srgbClr val="FFFFFF"/>
                </a:solidFill>
                <a:latin typeface="Helvetica"/>
                <a:cs typeface="Helvetica"/>
              </a:rPr>
              <a:t>PRIORITIES</a:t>
            </a:r>
          </a:p>
          <a:p>
            <a:pPr marL="0" indent="0" algn="ctr">
              <a:buNone/>
            </a:pPr>
            <a:r>
              <a:rPr lang="en-US" sz="1050">
                <a:solidFill>
                  <a:srgbClr val="FFFFFF"/>
                </a:solidFill>
                <a:latin typeface="Helvetica"/>
                <a:cs typeface="Helvetica"/>
              </a:rPr>
              <a:t>Low effort now, high payoff later. Wants a reason — and a date — to come back together.</a:t>
            </a:r>
          </a:p>
        </p:txBody>
      </p:sp>
      <p:sp>
        <p:nvSpPr>
          <p:cNvPr id="117" name="Text 118"/>
          <p:cNvSpPr/>
          <p:nvPr/>
        </p:nvSpPr>
        <p:spPr>
          <a:xfrm>
            <a:off x="548640" y="4210000"/>
            <a:ext cx="11091672" cy="320040"/>
          </a:xfrm>
          <a:prstGeom prst="rect">
            <a:avLst/>
          </a:prstGeom>
          <a:noFill/>
          <a:ln/>
        </p:spPr>
        <p:txBody>
          <a:bodyPr wrap="square" lIns="0" tIns="0" rIns="0" bIns="0" rtlCol="0" anchor="ctr"/>
          <a:lstStyle/>
          <a:p>
            <a:pPr marL="0" indent="0">
              <a:buNone/>
            </a:pPr>
            <a:r>
              <a:rPr lang="en-US" sz="1600" b="1" spc="150">
                <a:solidFill>
                  <a:srgbClr val="131313"/>
                </a:solidFill>
                <a:latin typeface="Helvetica"/>
                <a:cs typeface="Helvetica"/>
              </a:rPr>
              <a:t>WHAT ALREADY EXISTS</a:t>
            </a:r>
          </a:p>
        </p:txBody>
      </p:sp>
      <p:sp>
        <p:nvSpPr>
          <p:cNvPr id="119" name="Rounded Rectangle 120"/>
          <p:cNvSpPr/>
          <p:nvPr/>
        </p:nvSpPr>
        <p:spPr>
          <a:xfrm>
            <a:off x="548640" y="4760000"/>
            <a:ext cx="2058334" cy="1010000"/>
          </a:xfrm>
          <a:prstGeom prst="roundRect">
            <a:avLst/>
          </a:prstGeom>
          <a:ln/>
        </p:spPr>
        <p:style>
          <a:lnRef idx="2">
            <a:schemeClr val="accent2"/>
          </a:lnRef>
          <a:fillRef idx="1">
            <a:schemeClr val="lt1"/>
          </a:fillRef>
          <a:effectRef idx="0">
            <a:schemeClr val="accent2"/>
          </a:effectRef>
          <a:fontRef idx="minor">
            <a:schemeClr val="dk1"/>
          </a:fontRef>
        </p:style>
        <p:txBody>
          <a:bodyPr lIns="91440" tIns="109728" rIns="91440" bIns="91440" rtlCol="0" anchor="t"/>
          <a:lstStyle/>
          <a:p>
            <a:pPr marL="0" indent="0" algn="ctr">
              <a:spcAft>
                <a:spcPts val="400"/>
              </a:spcAft>
              <a:buNone/>
            </a:pPr>
            <a:r>
              <a:rPr lang="en-US" sz="1250" b="1">
                <a:solidFill>
                  <a:srgbClr val="2B2420"/>
                </a:solidFill>
                <a:latin typeface="Helvetica"/>
                <a:cs typeface="Helvetica"/>
              </a:rPr>
              <a:t>OpenItLater</a:t>
            </a:r>
          </a:p>
          <a:p>
            <a:pPr marL="0" indent="0" algn="ctr">
              <a:buNone/>
            </a:pPr>
            <a:r>
              <a:rPr lang="en-US" sz="950">
                <a:solidFill>
                  <a:srgbClr val="5A5249"/>
                </a:solidFill>
                <a:latin typeface="Helvetica"/>
                <a:cs typeface="Helvetica"/>
              </a:rPr>
              <a:t>Web only. Text messages that unlock on a set date</a:t>
            </a:r>
          </a:p>
        </p:txBody>
      </p:sp>
      <p:sp>
        <p:nvSpPr>
          <p:cNvPr id="121" name="Rounded Rectangle 122"/>
          <p:cNvSpPr/>
          <p:nvPr/>
        </p:nvSpPr>
        <p:spPr>
          <a:xfrm>
            <a:off x="2806974" y="4760000"/>
            <a:ext cx="2058334" cy="1010000"/>
          </a:xfrm>
          <a:prstGeom prst="roundRect">
            <a:avLst/>
          </a:prstGeom>
          <a:ln/>
        </p:spPr>
        <p:style>
          <a:lnRef idx="2">
            <a:schemeClr val="accent2"/>
          </a:lnRef>
          <a:fillRef idx="1">
            <a:schemeClr val="lt1"/>
          </a:fillRef>
          <a:effectRef idx="0">
            <a:schemeClr val="accent2"/>
          </a:effectRef>
          <a:fontRef idx="minor">
            <a:schemeClr val="dk1"/>
          </a:fontRef>
        </p:style>
        <p:txBody>
          <a:bodyPr lIns="91440" tIns="109728" rIns="91440" bIns="91440" rtlCol="0" anchor="t"/>
          <a:lstStyle/>
          <a:p>
            <a:pPr marL="0" indent="0" algn="ctr">
              <a:spcAft>
                <a:spcPts val="400"/>
              </a:spcAft>
              <a:buNone/>
            </a:pPr>
            <a:r>
              <a:rPr lang="en-US" sz="1250" b="1">
                <a:solidFill>
                  <a:srgbClr val="2B2420"/>
                </a:solidFill>
                <a:latin typeface="Helvetica"/>
                <a:cs typeface="Helvetica"/>
              </a:rPr>
              <a:t>Timecapsule.com</a:t>
            </a:r>
          </a:p>
          <a:p>
            <a:pPr marL="0" indent="0" algn="ctr">
              <a:buNone/>
            </a:pPr>
            <a:r>
              <a:rPr lang="en-US" sz="950">
                <a:solidFill>
                  <a:srgbClr val="5A5249"/>
                </a:solidFill>
                <a:latin typeface="Helvetica"/>
                <a:cs typeface="Helvetica"/>
              </a:rPr>
              <a:t>Physical keepsake capsules sold as gifts</a:t>
            </a:r>
          </a:p>
        </p:txBody>
      </p:sp>
      <p:sp>
        <p:nvSpPr>
          <p:cNvPr id="123" name="Rounded Rectangle 124"/>
          <p:cNvSpPr/>
          <p:nvPr/>
        </p:nvSpPr>
        <p:spPr>
          <a:xfrm>
            <a:off x="5065308" y="4760000"/>
            <a:ext cx="2058334" cy="1010000"/>
          </a:xfrm>
          <a:prstGeom prst="roundRect">
            <a:avLst/>
          </a:prstGeom>
          <a:ln/>
        </p:spPr>
        <p:style>
          <a:lnRef idx="2">
            <a:schemeClr val="accent2"/>
          </a:lnRef>
          <a:fillRef idx="1">
            <a:schemeClr val="lt1"/>
          </a:fillRef>
          <a:effectRef idx="0">
            <a:schemeClr val="accent2"/>
          </a:effectRef>
          <a:fontRef idx="minor">
            <a:schemeClr val="dk1"/>
          </a:fontRef>
        </p:style>
        <p:txBody>
          <a:bodyPr lIns="91440" tIns="109728" rIns="91440" bIns="91440" rtlCol="0" anchor="t"/>
          <a:lstStyle/>
          <a:p>
            <a:pPr marL="0" indent="0" algn="ctr">
              <a:spcAft>
                <a:spcPts val="400"/>
              </a:spcAft>
              <a:buNone/>
            </a:pPr>
            <a:r>
              <a:rPr lang="en-US" sz="1250" b="1">
                <a:solidFill>
                  <a:srgbClr val="2B2420"/>
                </a:solidFill>
                <a:latin typeface="Helvetica"/>
                <a:cs typeface="Helvetica"/>
              </a:rPr>
              <a:t>Capsuled</a:t>
            </a:r>
          </a:p>
          <a:p>
            <a:pPr marL="0" indent="0" algn="ctr">
              <a:buNone/>
            </a:pPr>
            <a:r>
              <a:rPr lang="en-US" sz="950">
                <a:solidFill>
                  <a:srgbClr val="5A5249"/>
                </a:solidFill>
                <a:latin typeface="Helvetica"/>
                <a:cs typeface="Helvetica"/>
              </a:rPr>
              <a:t>App. Sealed photo &amp; video capsules, no edits once sent</a:t>
            </a:r>
          </a:p>
        </p:txBody>
      </p:sp>
      <p:sp>
        <p:nvSpPr>
          <p:cNvPr id="125" name="Rounded Rectangle 126"/>
          <p:cNvSpPr/>
          <p:nvPr/>
        </p:nvSpPr>
        <p:spPr>
          <a:xfrm>
            <a:off x="7323642" y="4760000"/>
            <a:ext cx="2058334" cy="1010000"/>
          </a:xfrm>
          <a:prstGeom prst="roundRect">
            <a:avLst/>
          </a:prstGeom>
          <a:ln/>
        </p:spPr>
        <p:style>
          <a:lnRef idx="2">
            <a:schemeClr val="accent2"/>
          </a:lnRef>
          <a:fillRef idx="1">
            <a:schemeClr val="lt1"/>
          </a:fillRef>
          <a:effectRef idx="0">
            <a:schemeClr val="accent2"/>
          </a:effectRef>
          <a:fontRef idx="minor">
            <a:schemeClr val="dk1"/>
          </a:fontRef>
        </p:style>
        <p:txBody>
          <a:bodyPr lIns="91440" tIns="109728" rIns="91440" bIns="91440" rtlCol="0" anchor="t"/>
          <a:lstStyle/>
          <a:p>
            <a:pPr marL="0" indent="0" algn="ctr">
              <a:spcAft>
                <a:spcPts val="400"/>
              </a:spcAft>
              <a:buNone/>
            </a:pPr>
            <a:r>
              <a:rPr lang="en-US" sz="1250" b="1">
                <a:solidFill>
                  <a:srgbClr val="2B2420"/>
                </a:solidFill>
                <a:latin typeface="Helvetica"/>
                <a:cs typeface="Helvetica"/>
              </a:rPr>
              <a:t>PersonalCapsule</a:t>
            </a:r>
          </a:p>
          <a:p>
            <a:pPr marL="0" indent="0" algn="ctr">
              <a:buNone/>
            </a:pPr>
            <a:r>
              <a:rPr lang="en-US" sz="950">
                <a:solidFill>
                  <a:srgbClr val="5A5249"/>
                </a:solidFill>
                <a:latin typeface="Helvetica"/>
                <a:cs typeface="Helvetica"/>
              </a:rPr>
              <a:t>Private iPhone vault. Letters, photos, voice notes</a:t>
            </a:r>
          </a:p>
        </p:txBody>
      </p:sp>
      <p:sp>
        <p:nvSpPr>
          <p:cNvPr id="127" name="Rounded Rectangle 128"/>
          <p:cNvSpPr/>
          <p:nvPr/>
        </p:nvSpPr>
        <p:spPr>
          <a:xfrm>
            <a:off x="9581976" y="4760000"/>
            <a:ext cx="2058334" cy="1010000"/>
          </a:xfrm>
          <a:prstGeom prst="roundRect">
            <a:avLst/>
          </a:prstGeom>
          <a:ln/>
        </p:spPr>
        <p:style>
          <a:lnRef idx="2">
            <a:schemeClr val="accent2"/>
          </a:lnRef>
          <a:fillRef idx="1">
            <a:schemeClr val="lt1"/>
          </a:fillRef>
          <a:effectRef idx="0">
            <a:schemeClr val="accent2"/>
          </a:effectRef>
          <a:fontRef idx="minor">
            <a:schemeClr val="dk1"/>
          </a:fontRef>
        </p:style>
        <p:txBody>
          <a:bodyPr lIns="91440" tIns="109728" rIns="91440" bIns="91440" rtlCol="0" anchor="t"/>
          <a:lstStyle/>
          <a:p>
            <a:pPr marL="0" indent="0" algn="ctr">
              <a:spcAft>
                <a:spcPts val="400"/>
              </a:spcAft>
              <a:buNone/>
            </a:pPr>
            <a:r>
              <a:rPr lang="en-US" sz="1250" b="1">
                <a:solidFill>
                  <a:srgbClr val="2B2420"/>
                </a:solidFill>
                <a:latin typeface="Helvetica"/>
                <a:cs typeface="Helvetica"/>
              </a:rPr>
              <a:t>Day One</a:t>
            </a:r>
          </a:p>
          <a:p>
            <a:pPr marL="0" indent="0" algn="ctr">
              <a:buNone/>
            </a:pPr>
            <a:r>
              <a:rPr lang="en-US" sz="950">
                <a:solidFill>
                  <a:srgbClr val="5A5249"/>
                </a:solidFill>
                <a:latin typeface="Helvetica"/>
                <a:cs typeface="Helvetica"/>
              </a:rPr>
              <a:t>Journalling app. Shared journals, but always open</a:t>
            </a:r>
          </a:p>
        </p:txBody>
      </p:sp>
      <p:sp>
        <p:nvSpPr>
          <p:cNvPr id="129" name="Text 130"/>
          <p:cNvSpPr/>
          <p:nvPr/>
        </p:nvSpPr>
        <p:spPr>
          <a:xfrm>
            <a:off x="548640" y="6537960"/>
            <a:ext cx="11091672" cy="274320"/>
          </a:xfrm>
          <a:prstGeom prst="rect">
            <a:avLst/>
          </a:prstGeom>
          <a:noFill/>
          <a:ln/>
        </p:spPr>
        <p:txBody>
          <a:bodyPr wrap="square" lIns="0" tIns="0" rIns="0" bIns="0" rtlCol="0" anchor="ctr"/>
          <a:lstStyle/>
          <a:p>
            <a:pPr marL="0" indent="0">
              <a:buNone/>
            </a:pPr>
            <a:r>
              <a:rPr lang="en-US" sz="1050" i="1">
                <a:solidFill>
                  <a:srgbClr val="6B6259"/>
                </a:solidFill>
                <a:latin typeface="Georgia"/>
                <a:cs typeface="Georgia"/>
              </a:rPr>
              <a:t>Common pattern across all five: a capsule is sealed until a date, then authored and opened by one person.</a:t>
            </a:r>
          </a:p>
        </p:txBody>
      </p:sp>
      <p:cxnSp>
        <p:nvCxnSpPr>
          <p:cNvPr id="131" name="Straight Connector 132"/>
          <p:cNvCxnSpPr/>
          <p:nvPr/>
        </p:nvCxnSpPr>
        <p:spPr>
          <a:xfrm>
            <a:off x="215900" y="393700"/>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3" name="Straight Connector 134"/>
          <p:cNvCxnSpPr/>
          <p:nvPr/>
        </p:nvCxnSpPr>
        <p:spPr>
          <a:xfrm>
            <a:off x="11986307" y="389297"/>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Orange Experience">
      <a:majorFont>
        <a:latin typeface="Oswald SemiBold"/>
        <a:ea typeface=""/>
        <a:cs typeface=""/>
      </a:majorFont>
      <a:minorFont>
        <a:latin typeface="Univers Condensed Light"/>
        <a:ea typeface=""/>
        <a:cs typeface=""/>
      </a:minorFont>
    </a:fontScheme>
    <a:fmtScheme name="Orange Experien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3FBD020F-64D3-42BF-A2BA-FB7237EC65A2}" vid="{0A40F0BF-A9BE-440A-B017-9F6336E851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5</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Orange Experience</vt:lpstr>
      <vt:lpstr>Supporting Social Relationships Through Nostalgia And Reminiscence</vt:lpstr>
      <vt:lpstr>Hello!</vt:lpstr>
      <vt:lpstr>PowerPoint Presentation</vt:lpstr>
      <vt:lpstr>Design Opportunity, Concepts Backed By Research</vt:lpstr>
      <vt:lpstr>Slides 4: Audience, prior attempts</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Vim Mahakumbura</dc:creator>
  <cp:revision>1</cp:revision>
  <dcterms:created xsi:type="dcterms:W3CDTF">2026-08-20T09:46:30Z</dcterms:created>
  <dcterms:modified xsi:type="dcterms:W3CDTF">2026-08-24T09:44:54Z</dcterms:modified>
</cp:coreProperties>
</file>